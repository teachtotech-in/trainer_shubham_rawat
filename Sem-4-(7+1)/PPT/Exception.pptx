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322"/>
    <p:restoredTop sz="94651"/>
  </p:normalViewPr>
  <p:slideViewPr>
    <p:cSldViewPr snapToGrid="0">
      <p:cViewPr varScale="1">
        <p:scale>
          <a:sx n="87" d="100"/>
          <a:sy n="87" d="100"/>
        </p:scale>
        <p:origin x="200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0BD513-86C0-C34A-8A8F-BBC57287885F}" type="datetimeFigureOut">
              <a:rPr lang="en-US" smtClean="0"/>
              <a:t>3/10/26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08FBDF-F067-FD4D-AFFC-4AEA17873D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787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08FBDF-F067-FD4D-AFFC-4AEA17873D0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1818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08FBDF-F067-FD4D-AFFC-4AEA17873D0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1925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08FBDF-F067-FD4D-AFFC-4AEA17873D0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911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4A39B-A9E2-4A94-A4A5-E859996854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2BD808-600C-1507-959D-9D768710CA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E6DB33-A9BF-5962-F4B5-B1EDD7FC9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6EA9B-8DE2-E347-AC1B-4130D1E68AD0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18E78B-8200-1423-88ED-FEA32DAC3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EBB81E-AB87-C828-42A6-BB8684E33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987DA-E69A-FB4F-A7B1-BE6AE271D2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923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F7030-607C-8D85-C9E4-390C4D3B7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E6D5C-A22A-3858-5CB2-1BC1DEC6DA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5949E2-486E-F903-2B0C-046B4C448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6EA9B-8DE2-E347-AC1B-4130D1E68AD0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EB941A-957E-B8C8-AD38-F8E4ECB55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C960E7-51C3-383D-7F44-2A21694D3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987DA-E69A-FB4F-A7B1-BE6AE271D2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76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44EC2-1B3B-FAEC-485B-56750AAB5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CFDFD5-AC5F-D6D7-DAC0-551D243F79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9E4CE2-4688-1C4B-A4D3-F53AFDE00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6EA9B-8DE2-E347-AC1B-4130D1E68AD0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F5AB94-7AF4-C39D-3AAD-B74E8E47D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6A5D18-E5A8-9239-7060-2CB617B65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987DA-E69A-FB4F-A7B1-BE6AE271D2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155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96631-49EF-4A00-8796-B667F72B4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32204-BB6D-E85C-F967-81FB6FF676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63CE16-BD32-F8F0-868E-9BA3605631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813FCC-E84A-ADBD-1773-AE4E7F2AB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6EA9B-8DE2-E347-AC1B-4130D1E68AD0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4D2255-0103-F0EF-EEF0-53266D433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DE1DE1-A3E0-7484-173B-BBEE94349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987DA-E69A-FB4F-A7B1-BE6AE271D2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743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51C74-39BD-AE1C-216B-AC8BD502F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A93EF8-9B80-56A2-8E8F-CD584E5B71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A615AF-51AE-4E16-614E-E25B205E57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7BBC32-0A8C-43BD-2A5D-769145CB4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899CC0-6742-EDDA-31FC-00CD5CABD1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E90300-FD99-EF04-BD50-8DF8C29A9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6EA9B-8DE2-E347-AC1B-4130D1E68AD0}" type="datetimeFigureOut">
              <a:rPr lang="en-US" smtClean="0"/>
              <a:t>3/10/26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AD1D04-DC9A-F1BA-6745-0AD33F155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8B126A-F7DB-E8DD-6811-50E772C2C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987DA-E69A-FB4F-A7B1-BE6AE271D2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503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F6DBD-35CF-6631-5362-E12D13FC4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2DE4F8-BD56-B40B-80B3-C77C79A25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6EA9B-8DE2-E347-AC1B-4130D1E68AD0}" type="datetimeFigureOut">
              <a:rPr lang="en-US" smtClean="0"/>
              <a:t>3/10/26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7A556C-35CB-5DE6-9B05-B7386FABF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6FB40A-49EF-8BEF-D010-BD2AC0DA4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987DA-E69A-FB4F-A7B1-BE6AE271D2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27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8DF1D1-186C-010B-5FB1-0DC75B465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6EA9B-8DE2-E347-AC1B-4130D1E68AD0}" type="datetimeFigureOut">
              <a:rPr lang="en-US" smtClean="0"/>
              <a:t>3/10/26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F89B9F-56C6-CEF7-0068-FF58924EE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AF606C-D15E-170C-5D25-E63D263B6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987DA-E69A-FB4F-A7B1-BE6AE271D2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990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4BB1E-F8E6-EEA8-29E5-12D409052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CE40D-7B6D-F22E-B248-AD06B0ED2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EEFD51-E0FB-D6FC-5ED6-502CAB15BB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06724C-FEDD-C468-85E4-1C6F132A9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6EA9B-8DE2-E347-AC1B-4130D1E68AD0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94C5A4-CE21-B7AB-F21D-195970314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9B51E3-13BB-6B54-7BD2-1CC0F4643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987DA-E69A-FB4F-A7B1-BE6AE271D2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857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189E1-4CB2-BCF7-A6BA-6EE5531A6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22A7D1-30EA-5F3E-1948-6F59CE5E03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3C91EB-FF65-E814-A25D-6157478136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57D549-9D36-6B35-5B26-43123A4E6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6EA9B-8DE2-E347-AC1B-4130D1E68AD0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C7BC85-C610-7460-3B6A-592E570A3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AB5DEE-4707-CFE7-F4AB-566BAF202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987DA-E69A-FB4F-A7B1-BE6AE271D2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307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182FD-EAE7-E9DD-05EA-A71F20EB0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8B7899-999E-BEBE-C30C-28C73A90F2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898FE1-53A6-3AEF-F9A2-74143CE97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6EA9B-8DE2-E347-AC1B-4130D1E68AD0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FB7265-4B94-D3E8-8E09-C779BBAFF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BD3B10-F157-13F8-2448-703CB85E9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987DA-E69A-FB4F-A7B1-BE6AE271D2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631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D336DA-84DA-0AAE-3F87-E4F012F731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7DD7F0-40FD-935E-85E7-3D27F21F2B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75B82B-9EDF-521C-7CE3-7D90C8F01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6EA9B-8DE2-E347-AC1B-4130D1E68AD0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9076DB-2033-B0CE-1F12-8332E766F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C2B52B-38AD-8FFB-8E8D-F73E8E048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987DA-E69A-FB4F-A7B1-BE6AE271D2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793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372EEC-45D7-FAF1-602A-0B72F4AF3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2588AE-2C35-EED1-B28D-8FDF6C2B78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69BA30-378F-9792-BD27-058D92A612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66EA9B-8DE2-E347-AC1B-4130D1E68AD0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291C36-571B-AADA-63FD-C1B2F572F8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472FD-366C-7DD5-6C5D-9170C18647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9987DA-E69A-FB4F-A7B1-BE6AE271D2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719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CB20CA-E791-649A-958B-8DB3E536B17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6EB4586-B923-02BB-8606-9D0050F06831}"/>
              </a:ext>
            </a:extLst>
          </p:cNvPr>
          <p:cNvSpPr txBox="1"/>
          <p:nvPr/>
        </p:nvSpPr>
        <p:spPr>
          <a:xfrm>
            <a:off x="1091380" y="4173793"/>
            <a:ext cx="1887793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Shubham Rawat</a:t>
            </a:r>
          </a:p>
        </p:txBody>
      </p:sp>
    </p:spTree>
    <p:extLst>
      <p:ext uri="{BB962C8B-B14F-4D97-AF65-F5344CB8AC3E}">
        <p14:creationId xmlns:p14="http://schemas.microsoft.com/office/powerpoint/2010/main" val="1574819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2314C22-63FC-FF95-2555-7516504AAD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365125"/>
            <a:ext cx="12098521" cy="639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695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1508A-64EF-A969-4D36-D9325A1BDA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C9A208-2867-8EA5-F13F-CBAA9DF12C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981" y="9524"/>
            <a:ext cx="12208981" cy="684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864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2A19B-2660-19C4-6FFE-139F724D9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95F9E-4EDF-B6A3-D1AA-9746501604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C792DA-EF1F-D470-0278-A82A9EE7B6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12192000" cy="683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669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E132CF7-62B5-7BCF-52F2-5AA3435174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12192000" cy="683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743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F823F-B2D7-6DAE-07D9-9D67F080F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77EE0-D337-C0C8-ACB1-A320717D18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3AAA8C-D8F3-214A-02C9-64D585915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4946"/>
            <a:ext cx="12192000" cy="6524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722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3C40D-D6CE-1F2C-678B-F0695D182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411887-DD47-05E4-F2EF-3616759542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07A8E1-17A9-4621-79CE-E6B799816B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12192000" cy="683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166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6CDE6-8031-34C0-9059-E1B283E57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FD466E-5709-AE81-CE41-56752FBAE4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37A6D2-DF3C-3E63-793E-042B744258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981" y="9524"/>
            <a:ext cx="12208981" cy="684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459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D4042-9C66-0ABC-1778-FB4EF5594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250F44-5E2F-8020-5C2C-A2C411B5FB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9C09E4-4DE2-1027-27EA-DFF7C70788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12192000" cy="683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28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73E30-74AA-CAE6-061D-F4AD8C599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5FEFA-40C6-2D4A-A0AF-48C148EAAA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ECAB5C-5B50-A506-B03F-FB450E86D3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42873"/>
            <a:ext cx="12192000" cy="7000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524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E5D30-17CE-839E-5112-28E93AE8F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8CF71C-EFC8-B592-F1E3-2026B424F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837636-D32B-5515-F15B-B2711399CA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3" y="226512"/>
            <a:ext cx="12188157" cy="6618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006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0537E-E6B5-3607-63E0-5576C3169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A32E11-B3D5-1B54-1993-1A2C503290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274956-60BD-BBC5-4F85-6F12C12688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836"/>
            <a:ext cx="12192000" cy="6845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78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7A236-71C3-3F26-CC4B-29F3DC836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DF82ED-35E4-1CF9-7B4B-5A0E4F2EB1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B1A792-59DB-87C3-628F-1C3EC427C4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771" y="73283"/>
            <a:ext cx="12202771" cy="6851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180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C4CCF-DBE7-6D5E-3DDF-86E392382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A4E84-DC72-2538-448B-1C4BD09659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63EA18-41E3-3636-9C2F-F53887D5A0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63"/>
            <a:ext cx="12192000" cy="6848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441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A7328-2915-8597-6859-11C050ED5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56D67-A985-0AF6-4A34-D6D0EA0442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56E416-46FF-2B74-9B5E-03A196E709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551"/>
            <a:ext cx="12192000" cy="6848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467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26C26-9554-459A-65EC-EDEEBED3F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CFF7E-F368-093E-0A71-2C59E1263F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FC1E22-C408-F5F4-8B7E-CE833CEA09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037"/>
            <a:ext cx="12198024" cy="6851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715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C4824-FCC4-C23D-9F5C-75E54B3D4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F7094-E393-7285-A7CE-0A3562D3C6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4458D9-308A-C5AD-6801-8A69D7C6A5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726" y="195540"/>
            <a:ext cx="12205726" cy="6474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956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83562-BD05-568E-4334-EC3DFB105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E4D8F-77BD-C273-9B0C-5981DE477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014D69-8EF3-43CD-EC21-904CA9D5F0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727" y="336176"/>
            <a:ext cx="12194101" cy="6468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703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5</Words>
  <Application>Microsoft Macintosh PowerPoint</Application>
  <PresentationFormat>Widescreen</PresentationFormat>
  <Paragraphs>4</Paragraphs>
  <Slides>18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Pravartee Sales Private Limited .</dc:creator>
  <cp:lastModifiedBy>Pravartee Sales Private Limited .</cp:lastModifiedBy>
  <cp:revision>4</cp:revision>
  <cp:lastPrinted>2026-03-10T07:33:41Z</cp:lastPrinted>
  <dcterms:created xsi:type="dcterms:W3CDTF">2026-02-25T16:18:13Z</dcterms:created>
  <dcterms:modified xsi:type="dcterms:W3CDTF">2026-03-10T08:08:26Z</dcterms:modified>
</cp:coreProperties>
</file>