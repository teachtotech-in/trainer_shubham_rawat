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B20F-49D4-FE14-BC01-35BDD806E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1CE35-4CB5-74B7-ABE8-A57616A90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E61FE-DDD5-F7DC-A53C-9BF2B8DF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DDA6-FA20-4958-BA01-CCD68A85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E0560-F066-BC38-FE7F-B237045B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7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D8B8-0C98-6BA6-2EC0-EC844683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DCD95-7262-72C0-A911-469CC4708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B629-1AF2-1267-5781-3E8A055E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7A2E3-4449-1018-C5F0-9A168A3D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C528-E73A-E452-8933-4E626DF8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4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EFE9-C729-70A2-7ADB-7DA4D1A4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513D6-3AA5-598C-C90C-AF01F4DA0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DA562-F3DF-7ED4-8B51-ED0FC419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FADCF-5A77-C977-8BDD-9CBCAC2F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9697-026D-9F1C-8F27-8D7DB7F6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0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8CED-C188-87C8-F719-0A0662B7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0320-C85D-71BC-2653-E8D638150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659E1-BB24-B8D9-59E3-1656B2B0A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7837-4718-C92A-A93E-E7E62F35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7E9FD-8006-71A8-5E42-2031D6F1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1B5B6-BCE6-333C-B2E3-5F6A81A7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D4EB-9005-91F9-A262-7A6BD801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891A6-A883-2F03-B217-AF1280759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54165-D69C-8E01-500B-2CD44D613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6AAA-9EA7-BA0C-D592-25E68EA29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BF58E-FDBB-BDC8-B41B-63D69A553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953DC-A2E3-568C-26F0-E6E75FDD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7363D-0341-0048-C8FB-0E587CA1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CEA45-7DD4-57E4-F9E5-B4AC1782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9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ACC8-3A5C-1EEA-9DD7-0F94A7D9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787DD-A8A0-58FC-8D45-BD265B74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AECF4-D502-0386-32AF-4E8C58EF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18809-15DA-B1A0-3DC7-37ED4B50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6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8A018-2693-F2BC-8F0C-EC6052B1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8328A-F83D-F75C-61E0-CA72A5BE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164B-31C0-EA58-AD53-DB07DBC6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2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A6E6-5D14-ACD9-5C7C-DD061777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ADECE-D74B-731C-1F6C-77059C29D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FB75F-68B6-EC51-FDDC-F519BA37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17F1D-4416-FB27-7854-7097F317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6F3A5-C4F4-FECF-F392-2A5D324B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07C62-272B-56A7-D0F9-99E84B5C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0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69AF-D200-05E8-00C2-F12151C2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D801A-2CBB-238E-C749-40451C429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037F5-03C5-010A-74E4-BD29A5E3D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52F2-F51D-8DF6-D33B-DA72FB0A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76B15-2289-D5BD-0636-0E2280C5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64C9F-2C8A-C98D-5A5C-AE0E01CD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5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BBFC-389B-2811-0CE7-16C41B9F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25C59-8D60-06F3-B9F8-B511CF1B6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B5BD4-EABF-54C2-0A52-1062CA3D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42E2F-D5A3-47DF-DF98-CBCB3B8D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FF97-A2F6-01F7-F373-6E2DDB33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2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BF66B-7B3B-76D7-A9E1-F79E16A20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42818-91FF-7B99-AFB6-2597C0BCD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5251C-2E9E-5D7D-0463-3979CD44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64D32-430A-16C7-F1AC-1EE84596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2950C-D554-E290-A455-E4523588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24F47-68D1-EA7E-A4E8-11148CAC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4D25F-E4B3-8C0C-9A14-326B6688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449D6-D1CB-11BB-1449-43038A1BF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CA927-DCF2-9046-8C7F-B01F73B71C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C700A-7E57-192F-50C4-8E906A686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9A7D5-F33E-DD07-676D-C4EF8BA3F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55049-53E0-C74B-A15F-4BD2E3F2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5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25972F-CF09-D3AE-44C4-98CB3E20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7" b="453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7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567F5-7D08-E00B-33F1-6BFB42A0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D4469B-BD0B-0F3D-223D-565BC2C7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" b="23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7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E4069-A86B-B64D-8753-2FD866A6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B6B105-8AA4-87F6-3686-B466AB5A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AC0D2-E215-1F8A-DAB9-CCCA48BD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20E4E-6304-3EF0-424C-65DFFA301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" b="190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2F2C-4AB7-6C7B-4557-1162C8F7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2D659-FC0A-E2F1-7F96-3BC0016B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7" y="9549"/>
            <a:ext cx="11749039" cy="675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4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33079-6C54-CDB5-BBCE-214CD1DE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6A40B-35ED-D809-DB46-8C4FC144A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2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8C47D-27D1-F118-1C49-38E30C04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9CD2A-5B49-EF79-74A7-069C544C3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8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E35EF-6F1B-A5A6-27E6-DD6A4834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5B525-A502-94AA-DD36-4D07CE0D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3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C2A78-8AD5-09BE-5FE2-012AAB95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CF729A-5743-B284-4492-0A6D29C8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1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D6C8F-A79D-D081-F451-3265BC0A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31735E-7D59-65C3-578E-2C0F1301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4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DFF6E-2E12-50C2-6265-2FF87E13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A37C08-C8E4-A8D2-1B97-3B4ABD6E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2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3CEC5-D7C8-7E1C-D43A-F2B54AF2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5CACD4-66B4-68C6-DA6A-7227FD705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73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3B68C-9DFA-DCFC-203D-C18E7AB2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2B875-80CF-09BA-8EB5-34B21A67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4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BEC5D-A4B2-3366-4FCC-2B848B36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5F464E-F865-9D64-A4F3-99F100369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08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364B2-BC36-4055-2D9C-D1DDAC48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B75F27-6726-3556-F993-CFB5B28A4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5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E04EC-C5AF-17A9-9A1D-757DA36C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DF8304-284E-97AB-C398-AE0D6B3F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58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E63CC-8D4A-6C1C-F1F7-001C3E79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88B253-44D3-2265-4E43-6DCB1B07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25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723FB-843F-A572-3AAC-EF3FA59D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A1705D-DE84-2297-D4BA-73A10DD36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03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0B174-F73C-61E1-F042-46E5CB9D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D42155-D958-46E8-7DBD-FF62BFEC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81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DD1D2-5BCD-BEBB-C38F-2ECFA1B2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F50C6A-FB3F-43FB-166D-99128BEC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89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F3A7-C30D-26F4-2358-C973B3B8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84183-0814-B8DE-DECD-3D50BA1EF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8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7CFB5-ADEF-6A88-D53F-C77C4D87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914D4E-CD73-7D56-8069-F605EBBA4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98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4C677-DD57-83BD-8700-4889F376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9C7DED-6CEA-4746-1103-148EE6F2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52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AC3C7-D716-8E75-5F9D-56C27972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7DBD5-6FF1-A5EB-516E-DAA8436A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04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A7A6B-9AFE-4314-BDFC-111EFAEA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B2AE2-1EB7-8A95-3D56-62F302A0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42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E3C6A-F410-CF34-EBB5-6AD567ED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C31DA-D4B1-C19A-43AB-1587E358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3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Macintosh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Pravartee Sales Private Limited .</dc:creator>
  <cp:lastModifiedBy>Pravartee Sales Private Limited .</cp:lastModifiedBy>
  <cp:revision>2</cp:revision>
  <dcterms:created xsi:type="dcterms:W3CDTF">2026-03-10T07:44:54Z</dcterms:created>
  <dcterms:modified xsi:type="dcterms:W3CDTF">2026-03-10T08:58:55Z</dcterms:modified>
</cp:coreProperties>
</file>