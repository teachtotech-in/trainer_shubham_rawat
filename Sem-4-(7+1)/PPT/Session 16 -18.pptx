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5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22"/>
  </p:normalViewPr>
  <p:slideViewPr>
    <p:cSldViewPr snapToGrid="0">
      <p:cViewPr varScale="1">
        <p:scale>
          <a:sx n="101" d="100"/>
          <a:sy n="101" d="100"/>
        </p:scale>
        <p:origin x="1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24CE-00D1-953C-D5C9-2EFD685B1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13C45-23AF-644D-DFD2-F163C1C1A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C8D8B-6F43-C54D-B659-E833722DA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0C15F-5549-DF04-C974-E51A5B3E4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6E938-EC1C-4970-6027-11B63953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3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D7D68-3C0B-705C-56AA-E8BEF0C6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B87F8-F346-7018-9E32-0E7FFA967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2FE66-C8DB-0574-3617-E5E3AEDF7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B6594-9456-A07B-F050-E7F211F12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83D08-F5E4-467B-8E44-75DDA38E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7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2116-FBF5-669A-BD4C-7BA76C05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72D66-A635-3A51-2ADE-E69D0AD20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EFF77-9EF3-C8AA-098C-B49A819BA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B6393-3E0A-FE20-2FD2-C3E69112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87BE4-47FC-5DC9-E4E5-D968F09F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62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B5F7-05F5-9CB0-3148-DCF04F33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EF83-0A33-6615-6F22-B4B0F6A1E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787D8-8374-A471-2883-29E482F7B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D6D33-CF22-270F-14B0-930A94241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7B50D-D3EB-AE6D-6F8B-DDD66121A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4EF25-6FC5-B26B-D5E6-5E2B6BA7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10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AE59F-8932-386B-D7DC-F30A14633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EBB49-D021-A5A3-95AF-292C76654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F6F3F-2122-3CD9-EE4F-D1ED64E0F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18A6B-51F9-108B-4799-C0F23428A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07BE84-E597-5C77-1B5E-E84A96BDB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1D56F-453B-4987-1B9F-3D83D363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1FE9FE-3488-EC7A-7DC8-32A40970D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BF33F-A228-76AB-7113-4F9014C9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51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0D066-194D-67E1-368D-E2E58C24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2707B4-EE8B-2B12-0816-8B7BE62F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D6674-404A-8A9F-3A77-FD85E180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EB619-4B56-FD1F-73DC-95451CD3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5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6777D-4B11-7197-6286-A2F4BD93B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AE59B-E1F8-72BB-19DD-2398C314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1D885-D286-FCDE-CEF8-4934B8BFC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6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CC2E-8043-373E-AA59-912491411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E085E-BBEC-3449-C259-EB3131DF7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BACD2-7458-7226-B412-38CCE4B8C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2A2C5-3084-5C69-44E4-B2BCB2FB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B8A92-0265-6CC2-A848-89CDF18ED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1FF23-0C99-28E9-9FD6-4F35CBD6F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49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AC0F4-8E65-2719-7179-B386E92F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3CFFF9-B38B-85B4-7858-E40A5910B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8CE5D-1F74-7AC2-16A8-4DB64C05DA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75558D-7F29-267C-66E5-4683B00A5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8A155-1A3C-FCB0-3482-F44DE801D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F4E73-BEEC-6E37-C4AB-080C3145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83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1E9E2-243F-CBB1-9F5F-C5F4D9DD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F8D2B-A36A-3957-5864-1B62B6EE6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218E4-9FDA-6F8B-F89D-D9D4BFCBB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488E2-C889-6B06-9768-0AA4CACB0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7842D-8691-BD75-9C2A-465C6163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97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B0FD9-337C-0BC2-3277-5D3B2367D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7E8BB-3686-FFB2-01D8-D1A22F70C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B845B-C9F6-6C56-3307-F313A83A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578B7-A283-E80C-2AB5-CD42762B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62593-1700-91BE-B159-19B2FB422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8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7602AE-E540-D353-74F2-43EFABFE2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10325-0947-740D-4B7F-9CB539D35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3C9ED-8F18-A711-2527-C24E30B5F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A4887-A265-0A4C-8387-12AC19078281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616E7-8D82-9E5C-18FD-7A2230FE3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E1941-7093-97B8-8038-0665A138B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4A754-A528-8042-BB7F-1AD6878EE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20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B9442C-7B71-8B98-FB15-E39CC880C6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300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6E3D4-F2A4-7661-4732-266D24E6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3E434F-4E7A-E5AA-82B5-266A52611E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70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0CE9C-341F-B298-8D96-4E76DF8F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07615A-8E41-53DA-E34B-2F42CC640A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011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49198-4668-6806-91FB-C81230920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E12748-00AD-627F-0D16-5E63737D61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110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71E98-0418-085B-027C-0BE02825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BD8B5A-3BC6-9BF6-76B8-22BD22C282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59983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72FA0-537D-47EC-E6C1-A0E137473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016A21-FF0F-067C-069E-9E5F3B1981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290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0CD4F-AB29-0843-0F8C-3D14C45F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9F795F-D7B0-01D5-E088-051C3620FD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049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CD2A88-B725-61DC-5B84-95361362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C77B91-385D-E44B-E6F1-2C930C3CFD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290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D6ED52-B61E-E20C-F370-FB40AF78F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215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929B2-63E6-42BA-2D4E-14803F470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92BB2B-4A89-F372-969D-361222758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66" y="0"/>
            <a:ext cx="12234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9862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FA0A8-825F-02FE-5F32-4ADB4D751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952C9F-D8D5-D4E1-2425-10C74484E7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023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0D7BE-0A77-3EAF-BDF9-923A7CFB2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ED0780-710F-95EB-DE0C-E12020AF3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66" y="0"/>
            <a:ext cx="12234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2700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032FE-40A4-1A00-64C4-08584022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A7ECCA-745D-AC81-B4B1-C2C4D975D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5635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A1FE91-C1F3-FCAD-D5E4-87678493A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1D8D10-8619-B150-AFF7-E3E5CC6E0E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" r="28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316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D5905-291A-9FBA-3118-7AE3603D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BB29A3-BD70-A0C2-02C0-79AE295422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3772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26D90-12CB-32EA-078F-C1B97AFA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4CE134-ACEF-23C5-22C9-0AD4515D09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014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77D54-14DB-55B4-55D1-67A52F512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5F9587-CA3B-4A1C-449E-1F816E7D28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8988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4D448-54B6-75CD-ED97-5387C69D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DAC167-BE0F-6ADE-E242-8527495798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4927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AF7E2-27EE-3AC7-B130-B39E670FE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049601-1C0B-32B3-BAC2-ECA9C794BD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015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79798-0F8E-B070-CD75-EECBBE3C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6DDA11-35A3-2FD5-E07D-EB408DFE0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046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6FFBF-C143-7D3F-8427-5A5C3D7D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861A41-8A99-B8F7-0228-65E4669F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391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6C6FD-A613-A5CA-D0E7-F778B69A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3E2A63-3DBE-124C-FAB2-BF74DFBFF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152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275B7-AE9E-B625-5977-C0FCAD37B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EEA2EC-A86F-19C5-0D77-C0321EE2EA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251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Macintosh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Pravartee Sales Private Limited .</dc:creator>
  <cp:lastModifiedBy>Pravartee Sales Private Limited .</cp:lastModifiedBy>
  <cp:revision>3</cp:revision>
  <cp:lastPrinted>2026-03-10T10:36:11Z</cp:lastPrinted>
  <dcterms:created xsi:type="dcterms:W3CDTF">2026-03-10T10:08:09Z</dcterms:created>
  <dcterms:modified xsi:type="dcterms:W3CDTF">2026-03-10T10:36:17Z</dcterms:modified>
</cp:coreProperties>
</file>