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 varScale="1">
        <p:scale>
          <a:sx n="95" d="100"/>
          <a:sy n="95" d="100"/>
        </p:scale>
        <p:origin x="2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86733C-E516-48C1-B8E3-70903DAFE04C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0D3F81B-44AE-4E98-9678-E3FF4B332E0B}">
      <dgm:prSet/>
      <dgm:spPr/>
      <dgm:t>
        <a:bodyPr/>
        <a:lstStyle/>
        <a:p>
          <a:r>
            <a:rPr lang="en-US" b="1"/>
            <a:t>Task 1: Grading System</a:t>
          </a:r>
          <a:endParaRPr lang="en-US"/>
        </a:p>
      </dgm:t>
    </dgm:pt>
    <dgm:pt modelId="{83B99428-E665-4748-B144-14E56FEA664A}" type="parTrans" cxnId="{A19F52E4-AD69-4073-8138-23A162FCB86A}">
      <dgm:prSet/>
      <dgm:spPr/>
      <dgm:t>
        <a:bodyPr/>
        <a:lstStyle/>
        <a:p>
          <a:endParaRPr lang="en-US"/>
        </a:p>
      </dgm:t>
    </dgm:pt>
    <dgm:pt modelId="{2F8DC3E3-982B-4DD4-850F-2E42769F56B1}" type="sibTrans" cxnId="{A19F52E4-AD69-4073-8138-23A162FCB86A}">
      <dgm:prSet/>
      <dgm:spPr/>
      <dgm:t>
        <a:bodyPr/>
        <a:lstStyle/>
        <a:p>
          <a:endParaRPr lang="en-US"/>
        </a:p>
      </dgm:t>
    </dgm:pt>
    <dgm:pt modelId="{AAF99FDE-E695-47A2-9B9F-D844E7A62767}">
      <dgm:prSet/>
      <dgm:spPr/>
      <dgm:t>
        <a:bodyPr/>
        <a:lstStyle/>
        <a:p>
          <a:r>
            <a:rPr lang="en-US"/>
            <a:t>Write a program:</a:t>
          </a:r>
        </a:p>
      </dgm:t>
    </dgm:pt>
    <dgm:pt modelId="{F7666459-1C0C-4984-A05A-2CA96B15F16B}" type="parTrans" cxnId="{51908C6D-4F64-4C45-8BF2-7DC4A5667A16}">
      <dgm:prSet/>
      <dgm:spPr/>
      <dgm:t>
        <a:bodyPr/>
        <a:lstStyle/>
        <a:p>
          <a:endParaRPr lang="en-US"/>
        </a:p>
      </dgm:t>
    </dgm:pt>
    <dgm:pt modelId="{BA1292DB-443B-48DB-B875-10BF17ACCAD4}" type="sibTrans" cxnId="{51908C6D-4F64-4C45-8BF2-7DC4A5667A16}">
      <dgm:prSet/>
      <dgm:spPr/>
      <dgm:t>
        <a:bodyPr/>
        <a:lstStyle/>
        <a:p>
          <a:endParaRPr lang="en-US"/>
        </a:p>
      </dgm:t>
    </dgm:pt>
    <dgm:pt modelId="{4A22353E-F6C0-4095-B334-D0D17343FEEA}">
      <dgm:prSet/>
      <dgm:spPr/>
      <dgm:t>
        <a:bodyPr/>
        <a:lstStyle/>
        <a:p>
          <a:r>
            <a:rPr lang="en-US"/>
            <a:t>Input marks</a:t>
          </a:r>
        </a:p>
      </dgm:t>
    </dgm:pt>
    <dgm:pt modelId="{1CB9C63F-3E28-4523-8B1B-0CBDEEDB93E6}" type="parTrans" cxnId="{B4878BD0-4496-460B-9969-56EF0135C1A7}">
      <dgm:prSet/>
      <dgm:spPr/>
      <dgm:t>
        <a:bodyPr/>
        <a:lstStyle/>
        <a:p>
          <a:endParaRPr lang="en-US"/>
        </a:p>
      </dgm:t>
    </dgm:pt>
    <dgm:pt modelId="{FFD35860-72B1-4141-9B50-8AC4BF1702D1}" type="sibTrans" cxnId="{B4878BD0-4496-460B-9969-56EF0135C1A7}">
      <dgm:prSet/>
      <dgm:spPr/>
      <dgm:t>
        <a:bodyPr/>
        <a:lstStyle/>
        <a:p>
          <a:endParaRPr lang="en-US"/>
        </a:p>
      </dgm:t>
    </dgm:pt>
    <dgm:pt modelId="{0A7F711C-81B0-431F-BB22-71455C6287A4}">
      <dgm:prSet/>
      <dgm:spPr/>
      <dgm:t>
        <a:bodyPr/>
        <a:lstStyle/>
        <a:p>
          <a:r>
            <a:rPr lang="en-US"/>
            <a:t>Print grade using else-if ladder</a:t>
          </a:r>
        </a:p>
      </dgm:t>
    </dgm:pt>
    <dgm:pt modelId="{B5CD1C6E-5E5C-4417-B4A6-FCCE354870D2}" type="parTrans" cxnId="{0F025A88-4C9C-42CF-9730-9BB75FC33B27}">
      <dgm:prSet/>
      <dgm:spPr/>
      <dgm:t>
        <a:bodyPr/>
        <a:lstStyle/>
        <a:p>
          <a:endParaRPr lang="en-US"/>
        </a:p>
      </dgm:t>
    </dgm:pt>
    <dgm:pt modelId="{DE28DAB0-FED8-45F4-9FB5-BEDABFEBB2AD}" type="sibTrans" cxnId="{0F025A88-4C9C-42CF-9730-9BB75FC33B27}">
      <dgm:prSet/>
      <dgm:spPr/>
      <dgm:t>
        <a:bodyPr/>
        <a:lstStyle/>
        <a:p>
          <a:endParaRPr lang="en-US"/>
        </a:p>
      </dgm:t>
    </dgm:pt>
    <dgm:pt modelId="{4C7F1525-1EBE-44E6-90E0-51C2553E9B5B}">
      <dgm:prSet/>
      <dgm:spPr/>
      <dgm:t>
        <a:bodyPr/>
        <a:lstStyle/>
        <a:p>
          <a:r>
            <a:rPr lang="en-US" b="1"/>
            <a:t>Task 2: Menu-Driven Program</a:t>
          </a:r>
          <a:endParaRPr lang="en-US"/>
        </a:p>
      </dgm:t>
    </dgm:pt>
    <dgm:pt modelId="{579CAA2C-3724-40F4-B3B3-5D3358803AD5}" type="parTrans" cxnId="{29E038DB-EC3C-495C-8C9D-02800A5E3F00}">
      <dgm:prSet/>
      <dgm:spPr/>
      <dgm:t>
        <a:bodyPr/>
        <a:lstStyle/>
        <a:p>
          <a:endParaRPr lang="en-US"/>
        </a:p>
      </dgm:t>
    </dgm:pt>
    <dgm:pt modelId="{AA7F947B-6DD0-4127-9305-574677EAE8FA}" type="sibTrans" cxnId="{29E038DB-EC3C-495C-8C9D-02800A5E3F00}">
      <dgm:prSet/>
      <dgm:spPr/>
      <dgm:t>
        <a:bodyPr/>
        <a:lstStyle/>
        <a:p>
          <a:endParaRPr lang="en-US"/>
        </a:p>
      </dgm:t>
    </dgm:pt>
    <dgm:pt modelId="{9E2CE396-242E-4540-86F6-B8BE47E3A36A}">
      <dgm:prSet/>
      <dgm:spPr/>
      <dgm:t>
        <a:bodyPr/>
        <a:lstStyle/>
        <a:p>
          <a:r>
            <a:rPr lang="en-US"/>
            <a:t>Create a program:</a:t>
          </a:r>
        </a:p>
      </dgm:t>
    </dgm:pt>
    <dgm:pt modelId="{AEC823E0-45A6-44EA-9D02-F1339220EB74}" type="parTrans" cxnId="{FFF647DB-F1FB-428F-918C-360D275541AF}">
      <dgm:prSet/>
      <dgm:spPr/>
      <dgm:t>
        <a:bodyPr/>
        <a:lstStyle/>
        <a:p>
          <a:endParaRPr lang="en-US"/>
        </a:p>
      </dgm:t>
    </dgm:pt>
    <dgm:pt modelId="{33DCB7B5-DD82-4F7C-9E1A-D3130E9A0A5A}" type="sibTrans" cxnId="{FFF647DB-F1FB-428F-918C-360D275541AF}">
      <dgm:prSet/>
      <dgm:spPr/>
      <dgm:t>
        <a:bodyPr/>
        <a:lstStyle/>
        <a:p>
          <a:endParaRPr lang="en-US"/>
        </a:p>
      </dgm:t>
    </dgm:pt>
    <dgm:pt modelId="{2DFF8124-94F5-4329-97C7-3C608066C0A1}">
      <dgm:prSet/>
      <dgm:spPr/>
      <dgm:t>
        <a:bodyPr/>
        <a:lstStyle/>
        <a:p>
          <a:r>
            <a:rPr lang="en-US"/>
            <a:t>Add</a:t>
          </a:r>
        </a:p>
      </dgm:t>
    </dgm:pt>
    <dgm:pt modelId="{CCFA90F7-5FE4-41D3-B3E2-C27049D900A9}" type="parTrans" cxnId="{0B03E6B5-23C9-4E27-BDD9-6C75FFAEC32B}">
      <dgm:prSet/>
      <dgm:spPr/>
      <dgm:t>
        <a:bodyPr/>
        <a:lstStyle/>
        <a:p>
          <a:endParaRPr lang="en-US"/>
        </a:p>
      </dgm:t>
    </dgm:pt>
    <dgm:pt modelId="{8D343EE8-B55D-4F81-B74C-682A7CE9F926}" type="sibTrans" cxnId="{0B03E6B5-23C9-4E27-BDD9-6C75FFAEC32B}">
      <dgm:prSet/>
      <dgm:spPr/>
      <dgm:t>
        <a:bodyPr/>
        <a:lstStyle/>
        <a:p>
          <a:endParaRPr lang="en-US"/>
        </a:p>
      </dgm:t>
    </dgm:pt>
    <dgm:pt modelId="{91A380D3-50CE-43B5-90E1-72BB48E1BB4A}">
      <dgm:prSet/>
      <dgm:spPr/>
      <dgm:t>
        <a:bodyPr/>
        <a:lstStyle/>
        <a:p>
          <a:r>
            <a:rPr lang="en-US"/>
            <a:t>Subtract</a:t>
          </a:r>
        </a:p>
      </dgm:t>
    </dgm:pt>
    <dgm:pt modelId="{7EF67191-1EE0-4419-A897-9E85D1A35E40}" type="parTrans" cxnId="{F25C59D9-C5F2-4CF1-AF8F-8DDE0C62B359}">
      <dgm:prSet/>
      <dgm:spPr/>
      <dgm:t>
        <a:bodyPr/>
        <a:lstStyle/>
        <a:p>
          <a:endParaRPr lang="en-US"/>
        </a:p>
      </dgm:t>
    </dgm:pt>
    <dgm:pt modelId="{FDEAFF3E-C8B9-4EEF-9AD5-695EB1C3947D}" type="sibTrans" cxnId="{F25C59D9-C5F2-4CF1-AF8F-8DDE0C62B359}">
      <dgm:prSet/>
      <dgm:spPr/>
      <dgm:t>
        <a:bodyPr/>
        <a:lstStyle/>
        <a:p>
          <a:endParaRPr lang="en-US"/>
        </a:p>
      </dgm:t>
    </dgm:pt>
    <dgm:pt modelId="{127937F4-F1CA-4047-9025-4B8D3E23DC76}">
      <dgm:prSet/>
      <dgm:spPr/>
      <dgm:t>
        <a:bodyPr/>
        <a:lstStyle/>
        <a:p>
          <a:r>
            <a:rPr lang="en-US"/>
            <a:t>Multiply</a:t>
          </a:r>
        </a:p>
      </dgm:t>
    </dgm:pt>
    <dgm:pt modelId="{C74CE16D-385D-478B-8EC0-6C88371BC318}" type="parTrans" cxnId="{F4FABD64-88F2-4BCC-8B4A-F2C08A96A56A}">
      <dgm:prSet/>
      <dgm:spPr/>
      <dgm:t>
        <a:bodyPr/>
        <a:lstStyle/>
        <a:p>
          <a:endParaRPr lang="en-US"/>
        </a:p>
      </dgm:t>
    </dgm:pt>
    <dgm:pt modelId="{BC2862EB-6D5B-4C85-AA6E-D5C07BC310B0}" type="sibTrans" cxnId="{F4FABD64-88F2-4BCC-8B4A-F2C08A96A56A}">
      <dgm:prSet/>
      <dgm:spPr/>
      <dgm:t>
        <a:bodyPr/>
        <a:lstStyle/>
        <a:p>
          <a:endParaRPr lang="en-US"/>
        </a:p>
      </dgm:t>
    </dgm:pt>
    <dgm:pt modelId="{D0576F0E-ED3B-4341-8C3D-031EE2F07068}">
      <dgm:prSet/>
      <dgm:spPr/>
      <dgm:t>
        <a:bodyPr/>
        <a:lstStyle/>
        <a:p>
          <a:r>
            <a:rPr lang="en-US"/>
            <a:t>Exit</a:t>
          </a:r>
        </a:p>
      </dgm:t>
    </dgm:pt>
    <dgm:pt modelId="{474B4FF6-21E7-438B-BFDF-70C98B0B7EA9}" type="parTrans" cxnId="{B80B9323-922F-4A4F-B0B1-66526DCCEEE9}">
      <dgm:prSet/>
      <dgm:spPr/>
      <dgm:t>
        <a:bodyPr/>
        <a:lstStyle/>
        <a:p>
          <a:endParaRPr lang="en-US"/>
        </a:p>
      </dgm:t>
    </dgm:pt>
    <dgm:pt modelId="{15C6135E-A3F9-4649-95C4-8C25A9996077}" type="sibTrans" cxnId="{B80B9323-922F-4A4F-B0B1-66526DCCEEE9}">
      <dgm:prSet/>
      <dgm:spPr/>
      <dgm:t>
        <a:bodyPr/>
        <a:lstStyle/>
        <a:p>
          <a:endParaRPr lang="en-US"/>
        </a:p>
      </dgm:t>
    </dgm:pt>
    <dgm:pt modelId="{5261B3CA-42ED-429A-B104-A7B18F349ED8}">
      <dgm:prSet/>
      <dgm:spPr/>
      <dgm:t>
        <a:bodyPr/>
        <a:lstStyle/>
        <a:p>
          <a:r>
            <a:rPr lang="en-US"/>
            <a:t>Use switch-case.</a:t>
          </a:r>
        </a:p>
      </dgm:t>
    </dgm:pt>
    <dgm:pt modelId="{4BA9C8C8-6C97-4FC0-A7A1-D9DD16AEE25E}" type="parTrans" cxnId="{9A7F6E8B-F194-47B1-B5C7-DCC01CD568B7}">
      <dgm:prSet/>
      <dgm:spPr/>
      <dgm:t>
        <a:bodyPr/>
        <a:lstStyle/>
        <a:p>
          <a:endParaRPr lang="en-US"/>
        </a:p>
      </dgm:t>
    </dgm:pt>
    <dgm:pt modelId="{7B078ADC-8BAB-4662-A95B-F6BADC634140}" type="sibTrans" cxnId="{9A7F6E8B-F194-47B1-B5C7-DCC01CD568B7}">
      <dgm:prSet/>
      <dgm:spPr/>
      <dgm:t>
        <a:bodyPr/>
        <a:lstStyle/>
        <a:p>
          <a:endParaRPr lang="en-US"/>
        </a:p>
      </dgm:t>
    </dgm:pt>
    <dgm:pt modelId="{8E8AE4E7-4C53-475C-B029-4484341B56B6}">
      <dgm:prSet/>
      <dgm:spPr/>
      <dgm:t>
        <a:bodyPr/>
        <a:lstStyle/>
        <a:p>
          <a:r>
            <a:rPr lang="en-US" b="1"/>
            <a:t>Task 3: Login Validation</a:t>
          </a:r>
          <a:endParaRPr lang="en-US"/>
        </a:p>
      </dgm:t>
    </dgm:pt>
    <dgm:pt modelId="{B8272CF4-1807-48E7-BD46-F40A29E82217}" type="parTrans" cxnId="{C8B5EB86-3ABF-43E5-BE61-B7FD2CEF7A11}">
      <dgm:prSet/>
      <dgm:spPr/>
      <dgm:t>
        <a:bodyPr/>
        <a:lstStyle/>
        <a:p>
          <a:endParaRPr lang="en-US"/>
        </a:p>
      </dgm:t>
    </dgm:pt>
    <dgm:pt modelId="{48C5D4C3-8964-4561-955E-002CE5497A07}" type="sibTrans" cxnId="{C8B5EB86-3ABF-43E5-BE61-B7FD2CEF7A11}">
      <dgm:prSet/>
      <dgm:spPr/>
      <dgm:t>
        <a:bodyPr/>
        <a:lstStyle/>
        <a:p>
          <a:endParaRPr lang="en-US"/>
        </a:p>
      </dgm:t>
    </dgm:pt>
    <dgm:pt modelId="{BC44B792-D600-4CD9-8742-0837B77F0275}">
      <dgm:prSet/>
      <dgm:spPr/>
      <dgm:t>
        <a:bodyPr/>
        <a:lstStyle/>
        <a:p>
          <a:r>
            <a:rPr lang="en-US"/>
            <a:t>Create a simple login:</a:t>
          </a:r>
        </a:p>
      </dgm:t>
    </dgm:pt>
    <dgm:pt modelId="{91C3D4C9-8475-4D4D-96B1-EF2064283568}" type="parTrans" cxnId="{2734096E-4F58-4532-B029-37F4FF10035E}">
      <dgm:prSet/>
      <dgm:spPr/>
      <dgm:t>
        <a:bodyPr/>
        <a:lstStyle/>
        <a:p>
          <a:endParaRPr lang="en-US"/>
        </a:p>
      </dgm:t>
    </dgm:pt>
    <dgm:pt modelId="{B76DDDAD-54D7-4F76-AB69-AB0D731EF7B4}" type="sibTrans" cxnId="{2734096E-4F58-4532-B029-37F4FF10035E}">
      <dgm:prSet/>
      <dgm:spPr/>
      <dgm:t>
        <a:bodyPr/>
        <a:lstStyle/>
        <a:p>
          <a:endParaRPr lang="en-US"/>
        </a:p>
      </dgm:t>
    </dgm:pt>
    <dgm:pt modelId="{2138370E-079C-4EC7-A4C2-5903569C2398}">
      <dgm:prSet/>
      <dgm:spPr/>
      <dgm:t>
        <a:bodyPr/>
        <a:lstStyle/>
        <a:p>
          <a:r>
            <a:rPr lang="en-US"/>
            <a:t>Input username</a:t>
          </a:r>
        </a:p>
      </dgm:t>
    </dgm:pt>
    <dgm:pt modelId="{D8492073-6F1F-4E4D-B588-45A6604E9C40}" type="parTrans" cxnId="{518B25FB-04F1-4717-9F83-C0A840A6FB23}">
      <dgm:prSet/>
      <dgm:spPr/>
      <dgm:t>
        <a:bodyPr/>
        <a:lstStyle/>
        <a:p>
          <a:endParaRPr lang="en-US"/>
        </a:p>
      </dgm:t>
    </dgm:pt>
    <dgm:pt modelId="{C60957F6-15DC-4D3F-B947-CB725DE9EC45}" type="sibTrans" cxnId="{518B25FB-04F1-4717-9F83-C0A840A6FB23}">
      <dgm:prSet/>
      <dgm:spPr/>
      <dgm:t>
        <a:bodyPr/>
        <a:lstStyle/>
        <a:p>
          <a:endParaRPr lang="en-US"/>
        </a:p>
      </dgm:t>
    </dgm:pt>
    <dgm:pt modelId="{502AB5A5-1093-481E-A8A5-41194135FA11}">
      <dgm:prSet/>
      <dgm:spPr/>
      <dgm:t>
        <a:bodyPr/>
        <a:lstStyle/>
        <a:p>
          <a:r>
            <a:rPr lang="en-US"/>
            <a:t>Input password</a:t>
          </a:r>
        </a:p>
      </dgm:t>
    </dgm:pt>
    <dgm:pt modelId="{CC708624-7ED6-4AD9-AC60-734B8FB4BA32}" type="parTrans" cxnId="{CE264D3F-47A4-48D0-B10D-1C186575BDE4}">
      <dgm:prSet/>
      <dgm:spPr/>
      <dgm:t>
        <a:bodyPr/>
        <a:lstStyle/>
        <a:p>
          <a:endParaRPr lang="en-US"/>
        </a:p>
      </dgm:t>
    </dgm:pt>
    <dgm:pt modelId="{9DC60745-B606-46C7-865A-A0840AA13B79}" type="sibTrans" cxnId="{CE264D3F-47A4-48D0-B10D-1C186575BDE4}">
      <dgm:prSet/>
      <dgm:spPr/>
      <dgm:t>
        <a:bodyPr/>
        <a:lstStyle/>
        <a:p>
          <a:endParaRPr lang="en-US"/>
        </a:p>
      </dgm:t>
    </dgm:pt>
    <dgm:pt modelId="{35AABAB4-12D3-42C0-8065-A2D36801FE6D}">
      <dgm:prSet/>
      <dgm:spPr/>
      <dgm:t>
        <a:bodyPr/>
        <a:lstStyle/>
        <a:p>
          <a:r>
            <a:rPr lang="en-US"/>
            <a:t>Check using if conditions</a:t>
          </a:r>
        </a:p>
      </dgm:t>
    </dgm:pt>
    <dgm:pt modelId="{41B61718-2515-45F4-90C6-730DFE12D284}" type="parTrans" cxnId="{5D207D22-8705-4646-96F7-4C966F1FFB26}">
      <dgm:prSet/>
      <dgm:spPr/>
      <dgm:t>
        <a:bodyPr/>
        <a:lstStyle/>
        <a:p>
          <a:endParaRPr lang="en-US"/>
        </a:p>
      </dgm:t>
    </dgm:pt>
    <dgm:pt modelId="{F2D607EA-DDBD-4624-80BD-1291FEB227D6}" type="sibTrans" cxnId="{5D207D22-8705-4646-96F7-4C966F1FFB26}">
      <dgm:prSet/>
      <dgm:spPr/>
      <dgm:t>
        <a:bodyPr/>
        <a:lstStyle/>
        <a:p>
          <a:endParaRPr lang="en-US"/>
        </a:p>
      </dgm:t>
    </dgm:pt>
    <dgm:pt modelId="{47683D36-59ED-440B-B731-5585A36B6BA9}">
      <dgm:prSet/>
      <dgm:spPr/>
      <dgm:t>
        <a:bodyPr/>
        <a:lstStyle/>
        <a:p>
          <a:r>
            <a:rPr lang="en-US"/>
            <a:t>Print “Login Successful” or “Invalid Credentials”</a:t>
          </a:r>
        </a:p>
      </dgm:t>
    </dgm:pt>
    <dgm:pt modelId="{84C20195-2EFA-4121-A949-8AD638B67C2F}" type="parTrans" cxnId="{47485DAA-E7B6-4F06-AF36-1ABD5526A8C8}">
      <dgm:prSet/>
      <dgm:spPr/>
      <dgm:t>
        <a:bodyPr/>
        <a:lstStyle/>
        <a:p>
          <a:endParaRPr lang="en-US"/>
        </a:p>
      </dgm:t>
    </dgm:pt>
    <dgm:pt modelId="{6E225100-3BC1-48F2-84AD-50D6E5895800}" type="sibTrans" cxnId="{47485DAA-E7B6-4F06-AF36-1ABD5526A8C8}">
      <dgm:prSet/>
      <dgm:spPr/>
      <dgm:t>
        <a:bodyPr/>
        <a:lstStyle/>
        <a:p>
          <a:endParaRPr lang="en-US"/>
        </a:p>
      </dgm:t>
    </dgm:pt>
    <dgm:pt modelId="{EE7404B7-48F2-4D47-8DAC-110C84F494E9}" type="pres">
      <dgm:prSet presAssocID="{C686733C-E516-48C1-B8E3-70903DAFE04C}" presName="linear" presStyleCnt="0">
        <dgm:presLayoutVars>
          <dgm:dir/>
          <dgm:animLvl val="lvl"/>
          <dgm:resizeHandles val="exact"/>
        </dgm:presLayoutVars>
      </dgm:prSet>
      <dgm:spPr/>
    </dgm:pt>
    <dgm:pt modelId="{B582C2EC-24E0-2B45-A062-ABFEF7C532A9}" type="pres">
      <dgm:prSet presAssocID="{20D3F81B-44AE-4E98-9678-E3FF4B332E0B}" presName="parentLin" presStyleCnt="0"/>
      <dgm:spPr/>
    </dgm:pt>
    <dgm:pt modelId="{F08D8157-67DB-914B-8E7F-B7C5C3924ED6}" type="pres">
      <dgm:prSet presAssocID="{20D3F81B-44AE-4E98-9678-E3FF4B332E0B}" presName="parentLeftMargin" presStyleLbl="node1" presStyleIdx="0" presStyleCnt="3"/>
      <dgm:spPr/>
    </dgm:pt>
    <dgm:pt modelId="{D3A7C38D-4190-DC41-843F-DA676F414883}" type="pres">
      <dgm:prSet presAssocID="{20D3F81B-44AE-4E98-9678-E3FF4B332E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F7C9A6E-3037-7E4A-BA2E-EAA2EB54B4D3}" type="pres">
      <dgm:prSet presAssocID="{20D3F81B-44AE-4E98-9678-E3FF4B332E0B}" presName="negativeSpace" presStyleCnt="0"/>
      <dgm:spPr/>
    </dgm:pt>
    <dgm:pt modelId="{5E2F061F-006F-BF46-A8A0-DCAFA667D602}" type="pres">
      <dgm:prSet presAssocID="{20D3F81B-44AE-4E98-9678-E3FF4B332E0B}" presName="childText" presStyleLbl="conFgAcc1" presStyleIdx="0" presStyleCnt="3">
        <dgm:presLayoutVars>
          <dgm:bulletEnabled val="1"/>
        </dgm:presLayoutVars>
      </dgm:prSet>
      <dgm:spPr/>
    </dgm:pt>
    <dgm:pt modelId="{4307888E-AB7A-1647-A639-DF8E82A81C91}" type="pres">
      <dgm:prSet presAssocID="{2F8DC3E3-982B-4DD4-850F-2E42769F56B1}" presName="spaceBetweenRectangles" presStyleCnt="0"/>
      <dgm:spPr/>
    </dgm:pt>
    <dgm:pt modelId="{168A830D-EE41-AB46-8D7A-15E5F3AD53F2}" type="pres">
      <dgm:prSet presAssocID="{4C7F1525-1EBE-44E6-90E0-51C2553E9B5B}" presName="parentLin" presStyleCnt="0"/>
      <dgm:spPr/>
    </dgm:pt>
    <dgm:pt modelId="{7C304FD9-6EFD-AE4E-B5A1-D1CF182E72D1}" type="pres">
      <dgm:prSet presAssocID="{4C7F1525-1EBE-44E6-90E0-51C2553E9B5B}" presName="parentLeftMargin" presStyleLbl="node1" presStyleIdx="0" presStyleCnt="3"/>
      <dgm:spPr/>
    </dgm:pt>
    <dgm:pt modelId="{3B3D1B64-9ACA-A245-AE99-A628FB753536}" type="pres">
      <dgm:prSet presAssocID="{4C7F1525-1EBE-44E6-90E0-51C2553E9B5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016AE67-F9B0-2646-A31F-6C366066A984}" type="pres">
      <dgm:prSet presAssocID="{4C7F1525-1EBE-44E6-90E0-51C2553E9B5B}" presName="negativeSpace" presStyleCnt="0"/>
      <dgm:spPr/>
    </dgm:pt>
    <dgm:pt modelId="{AA9A5189-C11B-0440-8B35-4A4C6661AE22}" type="pres">
      <dgm:prSet presAssocID="{4C7F1525-1EBE-44E6-90E0-51C2553E9B5B}" presName="childText" presStyleLbl="conFgAcc1" presStyleIdx="1" presStyleCnt="3">
        <dgm:presLayoutVars>
          <dgm:bulletEnabled val="1"/>
        </dgm:presLayoutVars>
      </dgm:prSet>
      <dgm:spPr/>
    </dgm:pt>
    <dgm:pt modelId="{8922BFC9-47DC-4343-A1C7-96C064ED28F5}" type="pres">
      <dgm:prSet presAssocID="{AA7F947B-6DD0-4127-9305-574677EAE8FA}" presName="spaceBetweenRectangles" presStyleCnt="0"/>
      <dgm:spPr/>
    </dgm:pt>
    <dgm:pt modelId="{AB28B8D9-F458-AF4B-AE93-01CCBA4365BD}" type="pres">
      <dgm:prSet presAssocID="{8E8AE4E7-4C53-475C-B029-4484341B56B6}" presName="parentLin" presStyleCnt="0"/>
      <dgm:spPr/>
    </dgm:pt>
    <dgm:pt modelId="{FD22C82F-0E92-0D4D-A8A9-E124D9AC07AE}" type="pres">
      <dgm:prSet presAssocID="{8E8AE4E7-4C53-475C-B029-4484341B56B6}" presName="parentLeftMargin" presStyleLbl="node1" presStyleIdx="1" presStyleCnt="3"/>
      <dgm:spPr/>
    </dgm:pt>
    <dgm:pt modelId="{012159D4-772F-A24D-ADB7-58CA06D117A5}" type="pres">
      <dgm:prSet presAssocID="{8E8AE4E7-4C53-475C-B029-4484341B56B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F823439-D1C9-8A45-9A24-4CCA74DC148F}" type="pres">
      <dgm:prSet presAssocID="{8E8AE4E7-4C53-475C-B029-4484341B56B6}" presName="negativeSpace" presStyleCnt="0"/>
      <dgm:spPr/>
    </dgm:pt>
    <dgm:pt modelId="{1ABC9EBD-818E-1046-B7F0-7D4B655DC7B9}" type="pres">
      <dgm:prSet presAssocID="{8E8AE4E7-4C53-475C-B029-4484341B56B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CF32101-47C2-284D-8DBF-9DEB33A61F45}" type="presOf" srcId="{9E2CE396-242E-4540-86F6-B8BE47E3A36A}" destId="{AA9A5189-C11B-0440-8B35-4A4C6661AE22}" srcOrd="0" destOrd="0" presId="urn:microsoft.com/office/officeart/2005/8/layout/list1"/>
    <dgm:cxn modelId="{BE9CC910-DBA2-D141-942E-F8FAC2013E2C}" type="presOf" srcId="{4A22353E-F6C0-4095-B334-D0D17343FEEA}" destId="{5E2F061F-006F-BF46-A8A0-DCAFA667D602}" srcOrd="0" destOrd="1" presId="urn:microsoft.com/office/officeart/2005/8/layout/list1"/>
    <dgm:cxn modelId="{E8597A17-DD9F-9B48-A12D-358D409BC05A}" type="presOf" srcId="{D0576F0E-ED3B-4341-8C3D-031EE2F07068}" destId="{AA9A5189-C11B-0440-8B35-4A4C6661AE22}" srcOrd="0" destOrd="4" presId="urn:microsoft.com/office/officeart/2005/8/layout/list1"/>
    <dgm:cxn modelId="{5D207D22-8705-4646-96F7-4C966F1FFB26}" srcId="{8E8AE4E7-4C53-475C-B029-4484341B56B6}" destId="{35AABAB4-12D3-42C0-8065-A2D36801FE6D}" srcOrd="3" destOrd="0" parTransId="{41B61718-2515-45F4-90C6-730DFE12D284}" sibTransId="{F2D607EA-DDBD-4624-80BD-1291FEB227D6}"/>
    <dgm:cxn modelId="{B80B9323-922F-4A4F-B0B1-66526DCCEEE9}" srcId="{4C7F1525-1EBE-44E6-90E0-51C2553E9B5B}" destId="{D0576F0E-ED3B-4341-8C3D-031EE2F07068}" srcOrd="4" destOrd="0" parTransId="{474B4FF6-21E7-438B-BFDF-70C98B0B7EA9}" sibTransId="{15C6135E-A3F9-4649-95C4-8C25A9996077}"/>
    <dgm:cxn modelId="{83267327-7C9F-A943-BD22-5715D70741FD}" type="presOf" srcId="{91A380D3-50CE-43B5-90E1-72BB48E1BB4A}" destId="{AA9A5189-C11B-0440-8B35-4A4C6661AE22}" srcOrd="0" destOrd="2" presId="urn:microsoft.com/office/officeart/2005/8/layout/list1"/>
    <dgm:cxn modelId="{39BCBF3D-6EDC-E745-BE0D-295DC70E2E9E}" type="presOf" srcId="{AAF99FDE-E695-47A2-9B9F-D844E7A62767}" destId="{5E2F061F-006F-BF46-A8A0-DCAFA667D602}" srcOrd="0" destOrd="0" presId="urn:microsoft.com/office/officeart/2005/8/layout/list1"/>
    <dgm:cxn modelId="{CE264D3F-47A4-48D0-B10D-1C186575BDE4}" srcId="{8E8AE4E7-4C53-475C-B029-4484341B56B6}" destId="{502AB5A5-1093-481E-A8A5-41194135FA11}" srcOrd="2" destOrd="0" parTransId="{CC708624-7ED6-4AD9-AC60-734B8FB4BA32}" sibTransId="{9DC60745-B606-46C7-865A-A0840AA13B79}"/>
    <dgm:cxn modelId="{F4FABD64-88F2-4BCC-8B4A-F2C08A96A56A}" srcId="{4C7F1525-1EBE-44E6-90E0-51C2553E9B5B}" destId="{127937F4-F1CA-4047-9025-4B8D3E23DC76}" srcOrd="3" destOrd="0" parTransId="{C74CE16D-385D-478B-8EC0-6C88371BC318}" sibTransId="{BC2862EB-6D5B-4C85-AA6E-D5C07BC310B0}"/>
    <dgm:cxn modelId="{6B481B68-5F03-1746-8595-6CD98A9F0628}" type="presOf" srcId="{0A7F711C-81B0-431F-BB22-71455C6287A4}" destId="{5E2F061F-006F-BF46-A8A0-DCAFA667D602}" srcOrd="0" destOrd="2" presId="urn:microsoft.com/office/officeart/2005/8/layout/list1"/>
    <dgm:cxn modelId="{4B3C7D69-DCC6-B040-8077-99BBB2706C7C}" type="presOf" srcId="{127937F4-F1CA-4047-9025-4B8D3E23DC76}" destId="{AA9A5189-C11B-0440-8B35-4A4C6661AE22}" srcOrd="0" destOrd="3" presId="urn:microsoft.com/office/officeart/2005/8/layout/list1"/>
    <dgm:cxn modelId="{8995DF69-A9BE-754C-9FD4-B231CAAA9B4B}" type="presOf" srcId="{502AB5A5-1093-481E-A8A5-41194135FA11}" destId="{1ABC9EBD-818E-1046-B7F0-7D4B655DC7B9}" srcOrd="0" destOrd="2" presId="urn:microsoft.com/office/officeart/2005/8/layout/list1"/>
    <dgm:cxn modelId="{61DB596C-C7A9-474C-B840-D8635386755B}" type="presOf" srcId="{BC44B792-D600-4CD9-8742-0837B77F0275}" destId="{1ABC9EBD-818E-1046-B7F0-7D4B655DC7B9}" srcOrd="0" destOrd="0" presId="urn:microsoft.com/office/officeart/2005/8/layout/list1"/>
    <dgm:cxn modelId="{51908C6D-4F64-4C45-8BF2-7DC4A5667A16}" srcId="{20D3F81B-44AE-4E98-9678-E3FF4B332E0B}" destId="{AAF99FDE-E695-47A2-9B9F-D844E7A62767}" srcOrd="0" destOrd="0" parTransId="{F7666459-1C0C-4984-A05A-2CA96B15F16B}" sibTransId="{BA1292DB-443B-48DB-B875-10BF17ACCAD4}"/>
    <dgm:cxn modelId="{D34D9E6D-27A7-AB4F-93A8-7340D653C817}" type="presOf" srcId="{47683D36-59ED-440B-B731-5585A36B6BA9}" destId="{1ABC9EBD-818E-1046-B7F0-7D4B655DC7B9}" srcOrd="0" destOrd="4" presId="urn:microsoft.com/office/officeart/2005/8/layout/list1"/>
    <dgm:cxn modelId="{2734096E-4F58-4532-B029-37F4FF10035E}" srcId="{8E8AE4E7-4C53-475C-B029-4484341B56B6}" destId="{BC44B792-D600-4CD9-8742-0837B77F0275}" srcOrd="0" destOrd="0" parTransId="{91C3D4C9-8475-4D4D-96B1-EF2064283568}" sibTransId="{B76DDDAD-54D7-4F76-AB69-AB0D731EF7B4}"/>
    <dgm:cxn modelId="{C8B5EB86-3ABF-43E5-BE61-B7FD2CEF7A11}" srcId="{C686733C-E516-48C1-B8E3-70903DAFE04C}" destId="{8E8AE4E7-4C53-475C-B029-4484341B56B6}" srcOrd="2" destOrd="0" parTransId="{B8272CF4-1807-48E7-BD46-F40A29E82217}" sibTransId="{48C5D4C3-8964-4561-955E-002CE5497A07}"/>
    <dgm:cxn modelId="{0F025A88-4C9C-42CF-9730-9BB75FC33B27}" srcId="{20D3F81B-44AE-4E98-9678-E3FF4B332E0B}" destId="{0A7F711C-81B0-431F-BB22-71455C6287A4}" srcOrd="2" destOrd="0" parTransId="{B5CD1C6E-5E5C-4417-B4A6-FCCE354870D2}" sibTransId="{DE28DAB0-FED8-45F4-9FB5-BEDABFEBB2AD}"/>
    <dgm:cxn modelId="{9A7F6E8B-F194-47B1-B5C7-DCC01CD568B7}" srcId="{4C7F1525-1EBE-44E6-90E0-51C2553E9B5B}" destId="{5261B3CA-42ED-429A-B104-A7B18F349ED8}" srcOrd="5" destOrd="0" parTransId="{4BA9C8C8-6C97-4FC0-A7A1-D9DD16AEE25E}" sibTransId="{7B078ADC-8BAB-4662-A95B-F6BADC634140}"/>
    <dgm:cxn modelId="{D59DF297-E843-5D40-81B2-081179AB44F0}" type="presOf" srcId="{4C7F1525-1EBE-44E6-90E0-51C2553E9B5B}" destId="{7C304FD9-6EFD-AE4E-B5A1-D1CF182E72D1}" srcOrd="0" destOrd="0" presId="urn:microsoft.com/office/officeart/2005/8/layout/list1"/>
    <dgm:cxn modelId="{355313A1-C115-D040-A4F6-4BFDD83964EE}" type="presOf" srcId="{5261B3CA-42ED-429A-B104-A7B18F349ED8}" destId="{AA9A5189-C11B-0440-8B35-4A4C6661AE22}" srcOrd="0" destOrd="5" presId="urn:microsoft.com/office/officeart/2005/8/layout/list1"/>
    <dgm:cxn modelId="{47485DAA-E7B6-4F06-AF36-1ABD5526A8C8}" srcId="{8E8AE4E7-4C53-475C-B029-4484341B56B6}" destId="{47683D36-59ED-440B-B731-5585A36B6BA9}" srcOrd="4" destOrd="0" parTransId="{84C20195-2EFA-4121-A949-8AD638B67C2F}" sibTransId="{6E225100-3BC1-48F2-84AD-50D6E5895800}"/>
    <dgm:cxn modelId="{E8D904B0-C60C-DB4D-A30B-9BF6F03B987D}" type="presOf" srcId="{8E8AE4E7-4C53-475C-B029-4484341B56B6}" destId="{012159D4-772F-A24D-ADB7-58CA06D117A5}" srcOrd="1" destOrd="0" presId="urn:microsoft.com/office/officeart/2005/8/layout/list1"/>
    <dgm:cxn modelId="{0B03E6B5-23C9-4E27-BDD9-6C75FFAEC32B}" srcId="{4C7F1525-1EBE-44E6-90E0-51C2553E9B5B}" destId="{2DFF8124-94F5-4329-97C7-3C608066C0A1}" srcOrd="1" destOrd="0" parTransId="{CCFA90F7-5FE4-41D3-B3E2-C27049D900A9}" sibTransId="{8D343EE8-B55D-4F81-B74C-682A7CE9F926}"/>
    <dgm:cxn modelId="{D665DFB8-2114-5044-86DF-E20D4DB62605}" type="presOf" srcId="{C686733C-E516-48C1-B8E3-70903DAFE04C}" destId="{EE7404B7-48F2-4D47-8DAC-110C84F494E9}" srcOrd="0" destOrd="0" presId="urn:microsoft.com/office/officeart/2005/8/layout/list1"/>
    <dgm:cxn modelId="{782BDEBD-168E-E842-B251-E30D1B7C86F5}" type="presOf" srcId="{8E8AE4E7-4C53-475C-B029-4484341B56B6}" destId="{FD22C82F-0E92-0D4D-A8A9-E124D9AC07AE}" srcOrd="0" destOrd="0" presId="urn:microsoft.com/office/officeart/2005/8/layout/list1"/>
    <dgm:cxn modelId="{369610CC-34F8-9745-AFCA-C2FFCE0C1AA4}" type="presOf" srcId="{4C7F1525-1EBE-44E6-90E0-51C2553E9B5B}" destId="{3B3D1B64-9ACA-A245-AE99-A628FB753536}" srcOrd="1" destOrd="0" presId="urn:microsoft.com/office/officeart/2005/8/layout/list1"/>
    <dgm:cxn modelId="{B4878BD0-4496-460B-9969-56EF0135C1A7}" srcId="{20D3F81B-44AE-4E98-9678-E3FF4B332E0B}" destId="{4A22353E-F6C0-4095-B334-D0D17343FEEA}" srcOrd="1" destOrd="0" parTransId="{1CB9C63F-3E28-4523-8B1B-0CBDEEDB93E6}" sibTransId="{FFD35860-72B1-4141-9B50-8AC4BF1702D1}"/>
    <dgm:cxn modelId="{2762C7D8-6E4E-124B-B114-D3BC9CA29CF6}" type="presOf" srcId="{2DFF8124-94F5-4329-97C7-3C608066C0A1}" destId="{AA9A5189-C11B-0440-8B35-4A4C6661AE22}" srcOrd="0" destOrd="1" presId="urn:microsoft.com/office/officeart/2005/8/layout/list1"/>
    <dgm:cxn modelId="{F25C59D9-C5F2-4CF1-AF8F-8DDE0C62B359}" srcId="{4C7F1525-1EBE-44E6-90E0-51C2553E9B5B}" destId="{91A380D3-50CE-43B5-90E1-72BB48E1BB4A}" srcOrd="2" destOrd="0" parTransId="{7EF67191-1EE0-4419-A897-9E85D1A35E40}" sibTransId="{FDEAFF3E-C8B9-4EEF-9AD5-695EB1C3947D}"/>
    <dgm:cxn modelId="{FE3B71DA-040C-9A49-832B-8AACB6A975A5}" type="presOf" srcId="{2138370E-079C-4EC7-A4C2-5903569C2398}" destId="{1ABC9EBD-818E-1046-B7F0-7D4B655DC7B9}" srcOrd="0" destOrd="1" presId="urn:microsoft.com/office/officeart/2005/8/layout/list1"/>
    <dgm:cxn modelId="{29E038DB-EC3C-495C-8C9D-02800A5E3F00}" srcId="{C686733C-E516-48C1-B8E3-70903DAFE04C}" destId="{4C7F1525-1EBE-44E6-90E0-51C2553E9B5B}" srcOrd="1" destOrd="0" parTransId="{579CAA2C-3724-40F4-B3B3-5D3358803AD5}" sibTransId="{AA7F947B-6DD0-4127-9305-574677EAE8FA}"/>
    <dgm:cxn modelId="{FFF647DB-F1FB-428F-918C-360D275541AF}" srcId="{4C7F1525-1EBE-44E6-90E0-51C2553E9B5B}" destId="{9E2CE396-242E-4540-86F6-B8BE47E3A36A}" srcOrd="0" destOrd="0" parTransId="{AEC823E0-45A6-44EA-9D02-F1339220EB74}" sibTransId="{33DCB7B5-DD82-4F7C-9E1A-D3130E9A0A5A}"/>
    <dgm:cxn modelId="{A19F52E4-AD69-4073-8138-23A162FCB86A}" srcId="{C686733C-E516-48C1-B8E3-70903DAFE04C}" destId="{20D3F81B-44AE-4E98-9678-E3FF4B332E0B}" srcOrd="0" destOrd="0" parTransId="{83B99428-E665-4748-B144-14E56FEA664A}" sibTransId="{2F8DC3E3-982B-4DD4-850F-2E42769F56B1}"/>
    <dgm:cxn modelId="{883B15E6-0D25-174C-ABF1-9E1B1072487E}" type="presOf" srcId="{35AABAB4-12D3-42C0-8065-A2D36801FE6D}" destId="{1ABC9EBD-818E-1046-B7F0-7D4B655DC7B9}" srcOrd="0" destOrd="3" presId="urn:microsoft.com/office/officeart/2005/8/layout/list1"/>
    <dgm:cxn modelId="{6744B7EC-A817-3D4F-AD67-D97D5DF31E28}" type="presOf" srcId="{20D3F81B-44AE-4E98-9678-E3FF4B332E0B}" destId="{F08D8157-67DB-914B-8E7F-B7C5C3924ED6}" srcOrd="0" destOrd="0" presId="urn:microsoft.com/office/officeart/2005/8/layout/list1"/>
    <dgm:cxn modelId="{93AE22F7-340D-3647-BE84-DD763F21221E}" type="presOf" srcId="{20D3F81B-44AE-4E98-9678-E3FF4B332E0B}" destId="{D3A7C38D-4190-DC41-843F-DA676F414883}" srcOrd="1" destOrd="0" presId="urn:microsoft.com/office/officeart/2005/8/layout/list1"/>
    <dgm:cxn modelId="{518B25FB-04F1-4717-9F83-C0A840A6FB23}" srcId="{8E8AE4E7-4C53-475C-B029-4484341B56B6}" destId="{2138370E-079C-4EC7-A4C2-5903569C2398}" srcOrd="1" destOrd="0" parTransId="{D8492073-6F1F-4E4D-B588-45A6604E9C40}" sibTransId="{C60957F6-15DC-4D3F-B947-CB725DE9EC45}"/>
    <dgm:cxn modelId="{57356B6E-1D23-1548-B13E-0DF2A32FC1C8}" type="presParOf" srcId="{EE7404B7-48F2-4D47-8DAC-110C84F494E9}" destId="{B582C2EC-24E0-2B45-A062-ABFEF7C532A9}" srcOrd="0" destOrd="0" presId="urn:microsoft.com/office/officeart/2005/8/layout/list1"/>
    <dgm:cxn modelId="{5590275A-D067-F845-ACD9-3F27ABE5FFD6}" type="presParOf" srcId="{B582C2EC-24E0-2B45-A062-ABFEF7C532A9}" destId="{F08D8157-67DB-914B-8E7F-B7C5C3924ED6}" srcOrd="0" destOrd="0" presId="urn:microsoft.com/office/officeart/2005/8/layout/list1"/>
    <dgm:cxn modelId="{C14D7A2B-C5FB-DA4A-B6F7-6BE3ABDD55AB}" type="presParOf" srcId="{B582C2EC-24E0-2B45-A062-ABFEF7C532A9}" destId="{D3A7C38D-4190-DC41-843F-DA676F414883}" srcOrd="1" destOrd="0" presId="urn:microsoft.com/office/officeart/2005/8/layout/list1"/>
    <dgm:cxn modelId="{52A4E8BC-09A6-CA4D-A5FB-037B8F01847C}" type="presParOf" srcId="{EE7404B7-48F2-4D47-8DAC-110C84F494E9}" destId="{8F7C9A6E-3037-7E4A-BA2E-EAA2EB54B4D3}" srcOrd="1" destOrd="0" presId="urn:microsoft.com/office/officeart/2005/8/layout/list1"/>
    <dgm:cxn modelId="{F6F31ACF-041B-AB45-9A56-1E4CD951774B}" type="presParOf" srcId="{EE7404B7-48F2-4D47-8DAC-110C84F494E9}" destId="{5E2F061F-006F-BF46-A8A0-DCAFA667D602}" srcOrd="2" destOrd="0" presId="urn:microsoft.com/office/officeart/2005/8/layout/list1"/>
    <dgm:cxn modelId="{B612F8F3-027B-CE4A-A497-410E536A891E}" type="presParOf" srcId="{EE7404B7-48F2-4D47-8DAC-110C84F494E9}" destId="{4307888E-AB7A-1647-A639-DF8E82A81C91}" srcOrd="3" destOrd="0" presId="urn:microsoft.com/office/officeart/2005/8/layout/list1"/>
    <dgm:cxn modelId="{6B99EA9F-6B48-7542-B958-9BF015493A35}" type="presParOf" srcId="{EE7404B7-48F2-4D47-8DAC-110C84F494E9}" destId="{168A830D-EE41-AB46-8D7A-15E5F3AD53F2}" srcOrd="4" destOrd="0" presId="urn:microsoft.com/office/officeart/2005/8/layout/list1"/>
    <dgm:cxn modelId="{69BC05E2-37B3-E342-8650-68E0B8C535A1}" type="presParOf" srcId="{168A830D-EE41-AB46-8D7A-15E5F3AD53F2}" destId="{7C304FD9-6EFD-AE4E-B5A1-D1CF182E72D1}" srcOrd="0" destOrd="0" presId="urn:microsoft.com/office/officeart/2005/8/layout/list1"/>
    <dgm:cxn modelId="{BC30F4E3-9000-B843-987A-E98226D002DA}" type="presParOf" srcId="{168A830D-EE41-AB46-8D7A-15E5F3AD53F2}" destId="{3B3D1B64-9ACA-A245-AE99-A628FB753536}" srcOrd="1" destOrd="0" presId="urn:microsoft.com/office/officeart/2005/8/layout/list1"/>
    <dgm:cxn modelId="{EFDA90CB-0E84-8243-9EE9-9E2DF75CA86E}" type="presParOf" srcId="{EE7404B7-48F2-4D47-8DAC-110C84F494E9}" destId="{7016AE67-F9B0-2646-A31F-6C366066A984}" srcOrd="5" destOrd="0" presId="urn:microsoft.com/office/officeart/2005/8/layout/list1"/>
    <dgm:cxn modelId="{65352B37-F469-4649-894B-220633F24177}" type="presParOf" srcId="{EE7404B7-48F2-4D47-8DAC-110C84F494E9}" destId="{AA9A5189-C11B-0440-8B35-4A4C6661AE22}" srcOrd="6" destOrd="0" presId="urn:microsoft.com/office/officeart/2005/8/layout/list1"/>
    <dgm:cxn modelId="{93527F79-66AE-7D44-973C-1CAE8FD1C876}" type="presParOf" srcId="{EE7404B7-48F2-4D47-8DAC-110C84F494E9}" destId="{8922BFC9-47DC-4343-A1C7-96C064ED28F5}" srcOrd="7" destOrd="0" presId="urn:microsoft.com/office/officeart/2005/8/layout/list1"/>
    <dgm:cxn modelId="{9B0753F2-B0AB-864F-A3F6-A524A2FB042E}" type="presParOf" srcId="{EE7404B7-48F2-4D47-8DAC-110C84F494E9}" destId="{AB28B8D9-F458-AF4B-AE93-01CCBA4365BD}" srcOrd="8" destOrd="0" presId="urn:microsoft.com/office/officeart/2005/8/layout/list1"/>
    <dgm:cxn modelId="{8D708194-8343-CC4E-8F91-94BDC56318D7}" type="presParOf" srcId="{AB28B8D9-F458-AF4B-AE93-01CCBA4365BD}" destId="{FD22C82F-0E92-0D4D-A8A9-E124D9AC07AE}" srcOrd="0" destOrd="0" presId="urn:microsoft.com/office/officeart/2005/8/layout/list1"/>
    <dgm:cxn modelId="{928E638A-03B1-4544-A6A2-D6E53566ADB6}" type="presParOf" srcId="{AB28B8D9-F458-AF4B-AE93-01CCBA4365BD}" destId="{012159D4-772F-A24D-ADB7-58CA06D117A5}" srcOrd="1" destOrd="0" presId="urn:microsoft.com/office/officeart/2005/8/layout/list1"/>
    <dgm:cxn modelId="{97F15CEA-C6DC-7C49-8F82-65FB07DB5152}" type="presParOf" srcId="{EE7404B7-48F2-4D47-8DAC-110C84F494E9}" destId="{2F823439-D1C9-8A45-9A24-4CCA74DC148F}" srcOrd="9" destOrd="0" presId="urn:microsoft.com/office/officeart/2005/8/layout/list1"/>
    <dgm:cxn modelId="{E1CBEF97-478B-AA46-9274-FE6B374B5A2F}" type="presParOf" srcId="{EE7404B7-48F2-4D47-8DAC-110C84F494E9}" destId="{1ABC9EBD-818E-1046-B7F0-7D4B655DC7B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F061F-006F-BF46-A8A0-DCAFA667D602}">
      <dsp:nvSpPr>
        <dsp:cNvPr id="0" name=""/>
        <dsp:cNvSpPr/>
      </dsp:nvSpPr>
      <dsp:spPr>
        <a:xfrm>
          <a:off x="0" y="281970"/>
          <a:ext cx="6675119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063" tIns="312420" rIns="51806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Write a program: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Input marks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Print grade using else-if ladder</a:t>
          </a:r>
        </a:p>
      </dsp:txBody>
      <dsp:txXfrm>
        <a:off x="0" y="281970"/>
        <a:ext cx="6675119" cy="1134000"/>
      </dsp:txXfrm>
    </dsp:sp>
    <dsp:sp modelId="{D3A7C38D-4190-DC41-843F-DA676F414883}">
      <dsp:nvSpPr>
        <dsp:cNvPr id="0" name=""/>
        <dsp:cNvSpPr/>
      </dsp:nvSpPr>
      <dsp:spPr>
        <a:xfrm>
          <a:off x="333755" y="60570"/>
          <a:ext cx="4672583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6613" tIns="0" rIns="17661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Task 1: Grading System</a:t>
          </a:r>
          <a:endParaRPr lang="en-US" sz="1500" kern="1200"/>
        </a:p>
      </dsp:txBody>
      <dsp:txXfrm>
        <a:off x="355371" y="82186"/>
        <a:ext cx="4629351" cy="399568"/>
      </dsp:txXfrm>
    </dsp:sp>
    <dsp:sp modelId="{AA9A5189-C11B-0440-8B35-4A4C6661AE22}">
      <dsp:nvSpPr>
        <dsp:cNvPr id="0" name=""/>
        <dsp:cNvSpPr/>
      </dsp:nvSpPr>
      <dsp:spPr>
        <a:xfrm>
          <a:off x="0" y="1718370"/>
          <a:ext cx="6675119" cy="189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063" tIns="312420" rIns="51806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Create a program: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Add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Subtract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Multiply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Exit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Use switch-case.</a:t>
          </a:r>
        </a:p>
      </dsp:txBody>
      <dsp:txXfrm>
        <a:off x="0" y="1718370"/>
        <a:ext cx="6675119" cy="1890000"/>
      </dsp:txXfrm>
    </dsp:sp>
    <dsp:sp modelId="{3B3D1B64-9ACA-A245-AE99-A628FB753536}">
      <dsp:nvSpPr>
        <dsp:cNvPr id="0" name=""/>
        <dsp:cNvSpPr/>
      </dsp:nvSpPr>
      <dsp:spPr>
        <a:xfrm>
          <a:off x="333755" y="1496970"/>
          <a:ext cx="4672583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6613" tIns="0" rIns="17661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Task 2: Menu-Driven Program</a:t>
          </a:r>
          <a:endParaRPr lang="en-US" sz="1500" kern="1200"/>
        </a:p>
      </dsp:txBody>
      <dsp:txXfrm>
        <a:off x="355371" y="1518586"/>
        <a:ext cx="4629351" cy="399568"/>
      </dsp:txXfrm>
    </dsp:sp>
    <dsp:sp modelId="{1ABC9EBD-818E-1046-B7F0-7D4B655DC7B9}">
      <dsp:nvSpPr>
        <dsp:cNvPr id="0" name=""/>
        <dsp:cNvSpPr/>
      </dsp:nvSpPr>
      <dsp:spPr>
        <a:xfrm>
          <a:off x="0" y="3910770"/>
          <a:ext cx="6675119" cy="1606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8063" tIns="312420" rIns="518063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Create a simple login: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Input username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Input password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Check using if conditions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Print “Login Successful” or “Invalid Credentials”</a:t>
          </a:r>
        </a:p>
      </dsp:txBody>
      <dsp:txXfrm>
        <a:off x="0" y="3910770"/>
        <a:ext cx="6675119" cy="1606500"/>
      </dsp:txXfrm>
    </dsp:sp>
    <dsp:sp modelId="{012159D4-772F-A24D-ADB7-58CA06D117A5}">
      <dsp:nvSpPr>
        <dsp:cNvPr id="0" name=""/>
        <dsp:cNvSpPr/>
      </dsp:nvSpPr>
      <dsp:spPr>
        <a:xfrm>
          <a:off x="333755" y="3689370"/>
          <a:ext cx="4672583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6613" tIns="0" rIns="17661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Task 3: Login Validation</a:t>
          </a:r>
          <a:endParaRPr lang="en-US" sz="1500" kern="1200"/>
        </a:p>
      </dsp:txBody>
      <dsp:txXfrm>
        <a:off x="355371" y="3710986"/>
        <a:ext cx="4629351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5403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77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65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3233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618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032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32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267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097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074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00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285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669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61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7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667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914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7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0498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957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987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8821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4197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37812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07497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4131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045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9659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186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2/13/26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137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705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6506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9939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018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8217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3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429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568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256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6414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5195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730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9053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5943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2/13/26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454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2/13/26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809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2/13/26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78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5461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73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055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2/13/26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29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  <p:sldLayoutId id="2147483823" r:id="rId17"/>
    <p:sldLayoutId id="2147483824" r:id="rId18"/>
    <p:sldLayoutId id="2147483825" r:id="rId19"/>
    <p:sldLayoutId id="2147483826" r:id="rId20"/>
    <p:sldLayoutId id="2147483827" r:id="rId21"/>
    <p:sldLayoutId id="2147483828" r:id="rId22"/>
    <p:sldLayoutId id="2147483829" r:id="rId23"/>
    <p:sldLayoutId id="2147483830" r:id="rId24"/>
    <p:sldLayoutId id="2147483831" r:id="rId25"/>
    <p:sldLayoutId id="2147483832" r:id="rId26"/>
    <p:sldLayoutId id="2147483833" r:id="rId27"/>
    <p:sldLayoutId id="2147483834" r:id="rId28"/>
    <p:sldLayoutId id="2147483835" r:id="rId29"/>
    <p:sldLayoutId id="2147483836" r:id="rId30"/>
    <p:sldLayoutId id="2147483837" r:id="rId31"/>
    <p:sldLayoutId id="2147483838" r:id="rId32"/>
    <p:sldLayoutId id="2147483839" r:id="rId33"/>
    <p:sldLayoutId id="2147483840" r:id="rId34"/>
    <p:sldLayoutId id="2147483841" r:id="rId35"/>
    <p:sldLayoutId id="2147483842" r:id="rId36"/>
    <p:sldLayoutId id="2147483843" r:id="rId37"/>
    <p:sldLayoutId id="2147483844" r:id="rId38"/>
    <p:sldLayoutId id="2147483857" r:id="rId39"/>
    <p:sldLayoutId id="2147483845" r:id="rId40"/>
    <p:sldLayoutId id="2147483846" r:id="rId41"/>
    <p:sldLayoutId id="2147483847" r:id="rId42"/>
    <p:sldLayoutId id="2147483848" r:id="rId43"/>
    <p:sldLayoutId id="2147483849" r:id="rId44"/>
    <p:sldLayoutId id="2147483850" r:id="rId45"/>
    <p:sldLayoutId id="2147483851" r:id="rId46"/>
    <p:sldLayoutId id="2147483852" r:id="rId47"/>
    <p:sldLayoutId id="2147483853" r:id="rId48"/>
    <p:sldLayoutId id="2147483854" r:id="rId49"/>
    <p:sldLayoutId id="2147483855" r:id="rId50"/>
    <p:sldLayoutId id="214748385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9C7E8603-96B4-F7D8-9139-835D62E4A2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8247888" y="713232"/>
            <a:ext cx="3364992" cy="322783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SESSION 4 — Conditional Statements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BC9FA-81CD-DD22-53BA-37211EA75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>
            <a:normAutofit/>
          </a:bodyPr>
          <a:lstStyle/>
          <a:p>
            <a:r>
              <a:rPr lang="en-US" dirty="0"/>
              <a:t>Shubham Rawat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C38B04-7C26-62D6-852E-3EE8E55BA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5" r="12958" b="1"/>
          <a:stretch>
            <a:fillRect/>
          </a:stretch>
        </p:blipFill>
        <p:spPr>
          <a:xfrm>
            <a:off x="20" y="10"/>
            <a:ext cx="7548431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902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DA0F-8B1C-1F0B-7357-005F2BBAB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Session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69C03-E790-A866-F205-D8A74D6B8B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will:</a:t>
            </a:r>
          </a:p>
          <a:p>
            <a:r>
              <a:rPr lang="en-US" dirty="0"/>
              <a:t>Write decision-based programs</a:t>
            </a:r>
          </a:p>
          <a:p>
            <a:r>
              <a:rPr lang="en-US" dirty="0"/>
              <a:t>Use if, if-else, and nested if statements</a:t>
            </a:r>
          </a:p>
          <a:p>
            <a:r>
              <a:rPr lang="en-US" dirty="0"/>
              <a:t>Implement else-if ladder</a:t>
            </a:r>
          </a:p>
          <a:p>
            <a:r>
              <a:rPr lang="en-US" dirty="0"/>
              <a:t>Use switch-case effectively</a:t>
            </a:r>
          </a:p>
          <a:p>
            <a:r>
              <a:rPr lang="en-US" dirty="0"/>
              <a:t>Understand fall-through concept</a:t>
            </a:r>
          </a:p>
          <a:p>
            <a:r>
              <a:rPr lang="en-US" dirty="0"/>
              <a:t>Learn Advanced switch (Java 14+)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9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8853-BE22-BF42-DE4C-F44B7617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>
            <a:normAutofit/>
          </a:bodyPr>
          <a:lstStyle/>
          <a:p>
            <a:r>
              <a:rPr lang="en-US" sz="2700"/>
              <a:t>What are Conditional Statements?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59D0E9-97EC-31F2-4EF7-6C03E76ED8C8}"/>
              </a:ext>
            </a:extLst>
          </p:cNvPr>
          <p:cNvSpPr>
            <a:spLocks noGrp="1" noChangeArrowheads="1"/>
          </p:cNvSpPr>
          <p:nvPr>
            <p:ph sz="quarter" idx="14"/>
          </p:nvPr>
        </p:nvSpPr>
        <p:spPr bwMode="auto">
          <a:xfrm>
            <a:off x="612648" y="1472184"/>
            <a:ext cx="4573413" cy="478231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Used to make decisions in a program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Control the flow of execution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Execute code based on conditions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Conditions return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true or false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Real-life example: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If it rains → take umbrella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If marks &gt; 90 → grade 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6F35A-78B0-B489-9FF3-0D813620F9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6" r="20501" b="-1"/>
          <a:stretch>
            <a:fillRect/>
          </a:stretch>
        </p:blipFill>
        <p:spPr>
          <a:xfrm>
            <a:off x="5844556" y="10"/>
            <a:ext cx="6224082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262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A6FA-9458-2C2B-B286-CAA7A38C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en-US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1598C-9E90-6671-03FA-3A2490AD3B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anchor="ctr">
            <a:normAutofit/>
          </a:bodyPr>
          <a:lstStyle/>
          <a:p>
            <a:r>
              <a:rPr lang="en-US" dirty="0"/>
              <a:t>Executes block only if condition is true.</a:t>
            </a:r>
          </a:p>
          <a:p>
            <a:pPr marL="228600" lvl="1" indent="0">
              <a:buNone/>
            </a:pPr>
            <a:r>
              <a:rPr lang="en-US" sz="2000" dirty="0"/>
              <a:t>if(condition) {</a:t>
            </a:r>
          </a:p>
          <a:p>
            <a:pPr marL="228600" lvl="1" indent="0">
              <a:buNone/>
            </a:pPr>
            <a:r>
              <a:rPr lang="en-US" sz="2000" dirty="0"/>
              <a:t>    // code</a:t>
            </a:r>
          </a:p>
          <a:p>
            <a:pPr marL="228600" lvl="1" indent="0">
              <a:buNone/>
            </a:pPr>
            <a:r>
              <a:rPr lang="en-US" sz="2000" dirty="0"/>
              <a:t>}</a:t>
            </a:r>
          </a:p>
          <a:p>
            <a:r>
              <a:rPr lang="en-US" dirty="0"/>
              <a:t>Example:</a:t>
            </a:r>
          </a:p>
          <a:p>
            <a:pPr marL="228600" lvl="1" indent="0">
              <a:buNone/>
            </a:pPr>
            <a:r>
              <a:rPr lang="en-US" sz="2000" dirty="0"/>
              <a:t>int age = 18;</a:t>
            </a:r>
          </a:p>
          <a:p>
            <a:pPr marL="228600" lvl="1" indent="0">
              <a:buNone/>
            </a:pPr>
            <a:r>
              <a:rPr lang="en-US" sz="2000" dirty="0"/>
              <a:t>if(age &gt;= 18)</a:t>
            </a:r>
          </a:p>
          <a:p>
            <a:pPr marL="228600" lvl="1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System.out.println</a:t>
            </a:r>
            <a:r>
              <a:rPr lang="en-US" sz="2000" dirty="0"/>
              <a:t>("Eligible to vote");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44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6617-F8B0-9521-6F6E-60E92104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anchor="t">
            <a:normAutofit/>
          </a:bodyPr>
          <a:lstStyle/>
          <a:p>
            <a:r>
              <a:rPr lang="en-US" dirty="0"/>
              <a:t>if-else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E0D2E-4BFD-48CB-8B72-4899C1D5B4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Executes one block if true, another if false.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Syntax:</a:t>
            </a:r>
          </a:p>
          <a:p>
            <a:pPr marL="685800" lvl="4" indent="0">
              <a:buNone/>
            </a:pPr>
            <a:r>
              <a:rPr lang="en-US" sz="1800"/>
              <a:t>if(condition) {</a:t>
            </a:r>
          </a:p>
          <a:p>
            <a:pPr marL="685800" lvl="4" indent="0">
              <a:buNone/>
            </a:pPr>
            <a:r>
              <a:rPr lang="en-US" sz="1800"/>
              <a:t>    // true block</a:t>
            </a:r>
          </a:p>
          <a:p>
            <a:pPr marL="685800" lvl="4" indent="0">
              <a:buNone/>
            </a:pPr>
            <a:r>
              <a:rPr lang="en-US" sz="1800"/>
              <a:t>} else {</a:t>
            </a:r>
          </a:p>
          <a:p>
            <a:pPr marL="685800" lvl="4" indent="0">
              <a:buNone/>
            </a:pPr>
            <a:r>
              <a:rPr lang="en-US" sz="1800"/>
              <a:t>    // false block</a:t>
            </a:r>
          </a:p>
          <a:p>
            <a:pPr marL="685800" lvl="4" indent="0">
              <a:buNone/>
            </a:pPr>
            <a:r>
              <a:rPr lang="en-US" sz="1800"/>
              <a:t>}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Example:</a:t>
            </a:r>
          </a:p>
          <a:p>
            <a:pPr marL="685800" lvl="4" indent="0">
              <a:buNone/>
            </a:pPr>
            <a:r>
              <a:rPr lang="en-US" sz="1800"/>
              <a:t>int number = 5;</a:t>
            </a:r>
          </a:p>
          <a:p>
            <a:pPr marL="685800" lvl="4" indent="0">
              <a:buNone/>
            </a:pPr>
            <a:r>
              <a:rPr lang="en-US" sz="1800"/>
              <a:t>if(number % 2 == 0)</a:t>
            </a:r>
          </a:p>
          <a:p>
            <a:pPr marL="685800" lvl="4" indent="0">
              <a:buNone/>
            </a:pPr>
            <a:r>
              <a:rPr lang="en-US" sz="1800"/>
              <a:t>    </a:t>
            </a:r>
            <a:r>
              <a:rPr lang="en-US" sz="1800" err="1"/>
              <a:t>System.out.println</a:t>
            </a:r>
            <a:r>
              <a:rPr lang="en-US" sz="1800"/>
              <a:t>("Even");</a:t>
            </a:r>
          </a:p>
          <a:p>
            <a:pPr marL="685800" lvl="4" indent="0">
              <a:buNone/>
            </a:pPr>
            <a:r>
              <a:rPr lang="en-US" sz="1800"/>
              <a:t>else</a:t>
            </a:r>
          </a:p>
          <a:p>
            <a:pPr marL="685800" lvl="4" indent="0">
              <a:buNone/>
            </a:pPr>
            <a:r>
              <a:rPr lang="en-US" sz="1800"/>
              <a:t>    </a:t>
            </a:r>
            <a:r>
              <a:rPr lang="en-US" sz="1800" err="1"/>
              <a:t>System.out.println</a:t>
            </a:r>
            <a:r>
              <a:rPr lang="en-US" sz="1800"/>
              <a:t>("Odd");</a:t>
            </a:r>
          </a:p>
        </p:txBody>
      </p:sp>
    </p:spTree>
    <p:extLst>
      <p:ext uri="{BB962C8B-B14F-4D97-AF65-F5344CB8AC3E}">
        <p14:creationId xmlns:p14="http://schemas.microsoft.com/office/powerpoint/2010/main" val="361831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E0D8-EED2-5844-1F8A-FC1B8DED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ELSE-IF Ladder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17D1-CDF3-5777-CE97-BB5DE1F716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782" y="640080"/>
            <a:ext cx="7549732" cy="5577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Used when multiple conditions are checked.</a:t>
            </a:r>
          </a:p>
          <a:p>
            <a:r>
              <a:rPr lang="en-US" sz="2800" b="1" dirty="0"/>
              <a:t>Syntax</a:t>
            </a:r>
            <a:r>
              <a:rPr lang="en-US" sz="2800" dirty="0"/>
              <a:t>:</a:t>
            </a:r>
          </a:p>
          <a:p>
            <a:pPr marL="228600" lvl="1" indent="0">
              <a:buNone/>
            </a:pPr>
            <a:r>
              <a:rPr lang="en-US" sz="2400" dirty="0"/>
              <a:t>if(condition1) {</a:t>
            </a:r>
          </a:p>
          <a:p>
            <a:pPr marL="228600" lvl="1" indent="0">
              <a:buNone/>
            </a:pPr>
            <a:r>
              <a:rPr lang="en-US" sz="2400" dirty="0"/>
              <a:t>}</a:t>
            </a:r>
          </a:p>
          <a:p>
            <a:pPr marL="228600" lvl="1" indent="0">
              <a:buNone/>
            </a:pPr>
            <a:r>
              <a:rPr lang="en-US" sz="2400" dirty="0"/>
              <a:t>else if(condition2) {</a:t>
            </a:r>
          </a:p>
          <a:p>
            <a:pPr marL="228600" lvl="1" indent="0">
              <a:buNone/>
            </a:pPr>
            <a:r>
              <a:rPr lang="en-US" sz="2400" dirty="0"/>
              <a:t>}</a:t>
            </a:r>
          </a:p>
          <a:p>
            <a:pPr marL="228600" lvl="1" indent="0">
              <a:buNone/>
            </a:pPr>
            <a:r>
              <a:rPr lang="en-US" sz="2400" dirty="0"/>
              <a:t>else {</a:t>
            </a:r>
          </a:p>
          <a:p>
            <a:pPr marL="228600" lvl="1" indent="0">
              <a:buNone/>
            </a:pPr>
            <a:r>
              <a:rPr lang="en-US" sz="2400" dirty="0"/>
              <a:t>}</a:t>
            </a:r>
          </a:p>
          <a:p>
            <a:pPr marL="228600" lvl="1" indent="0">
              <a:buNone/>
            </a:pPr>
            <a:endParaRPr 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B06746-5D1C-0199-AE3B-639BE3FE0C93}"/>
              </a:ext>
            </a:extLst>
          </p:cNvPr>
          <p:cNvSpPr txBox="1">
            <a:spLocks/>
          </p:cNvSpPr>
          <p:nvPr/>
        </p:nvSpPr>
        <p:spPr>
          <a:xfrm>
            <a:off x="197486" y="2198382"/>
            <a:ext cx="3605786" cy="315750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Example (Grading System):</a:t>
            </a:r>
          </a:p>
          <a:p>
            <a:pPr marL="228600" lvl="1" indent="0">
              <a:buNone/>
            </a:pPr>
            <a:r>
              <a:rPr lang="en-US" dirty="0"/>
              <a:t>int marks = 85;</a:t>
            </a:r>
          </a:p>
          <a:p>
            <a:pPr marL="228600" lvl="1" indent="0">
              <a:buNone/>
            </a:pPr>
            <a:r>
              <a:rPr lang="en-US" dirty="0"/>
              <a:t>if(marks &gt;= 90)</a:t>
            </a:r>
          </a:p>
          <a:p>
            <a:pPr marL="228600" lvl="1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("A");</a:t>
            </a:r>
          </a:p>
          <a:p>
            <a:pPr marL="228600" lvl="1" indent="0">
              <a:buNone/>
            </a:pPr>
            <a:r>
              <a:rPr lang="en-US" dirty="0"/>
              <a:t>else if(marks &gt;= 80)</a:t>
            </a:r>
          </a:p>
          <a:p>
            <a:pPr marL="228600" lvl="1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("B");</a:t>
            </a:r>
          </a:p>
          <a:p>
            <a:pPr marL="228600" lvl="1" indent="0">
              <a:buNone/>
            </a:pPr>
            <a:r>
              <a:rPr lang="en-US" dirty="0"/>
              <a:t>else</a:t>
            </a:r>
          </a:p>
          <a:p>
            <a:pPr marL="228600" lvl="1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("C");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1CF51-951D-3380-AEB0-84AC6BB71E4E}"/>
              </a:ext>
            </a:extLst>
          </p:cNvPr>
          <p:cNvSpPr txBox="1"/>
          <p:nvPr/>
        </p:nvSpPr>
        <p:spPr>
          <a:xfrm>
            <a:off x="7767476" y="3777133"/>
            <a:ext cx="4274055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How else-if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Conditions checked from top to bottom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true condition executes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Remaining conditions are skipped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none true → else block executes</a:t>
            </a:r>
          </a:p>
          <a:p>
            <a:r>
              <a:rPr lang="en-US" dirty="0"/>
              <a:t>Important: Order matters!</a:t>
            </a:r>
          </a:p>
        </p:txBody>
      </p:sp>
    </p:spTree>
    <p:extLst>
      <p:ext uri="{BB962C8B-B14F-4D97-AF65-F5344CB8AC3E}">
        <p14:creationId xmlns:p14="http://schemas.microsoft.com/office/powerpoint/2010/main" val="135042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102A3-536A-3F03-668E-67676E83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 Statement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35FA1-66D6-7B39-FC13-B7C13DF6CB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if inside another if.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int age = 20;</a:t>
            </a:r>
          </a:p>
          <a:p>
            <a:pPr marL="0" indent="0">
              <a:buNone/>
            </a:pPr>
            <a:r>
              <a:rPr lang="en-US" sz="2800" dirty="0" err="1"/>
              <a:t>boolean</a:t>
            </a:r>
            <a:r>
              <a:rPr lang="en-US" sz="2800" dirty="0"/>
              <a:t> </a:t>
            </a:r>
            <a:r>
              <a:rPr lang="en-US" sz="2800" dirty="0" err="1"/>
              <a:t>hasID</a:t>
            </a:r>
            <a:r>
              <a:rPr lang="en-US" sz="2800" dirty="0"/>
              <a:t> = true;</a:t>
            </a:r>
          </a:p>
          <a:p>
            <a:pPr marL="0" indent="0">
              <a:buNone/>
            </a:pPr>
            <a:r>
              <a:rPr lang="en-US" sz="2800" dirty="0"/>
              <a:t>if(age &gt;= 18) {</a:t>
            </a:r>
          </a:p>
          <a:p>
            <a:pPr marL="0" indent="0">
              <a:buNone/>
            </a:pPr>
            <a:r>
              <a:rPr lang="en-US" sz="2800" dirty="0"/>
              <a:t>    if(</a:t>
            </a:r>
            <a:r>
              <a:rPr lang="en-US" sz="2800" dirty="0" err="1"/>
              <a:t>hasID</a:t>
            </a:r>
            <a:r>
              <a:rPr lang="en-US" sz="2800" dirty="0"/>
              <a:t>) {</a:t>
            </a:r>
          </a:p>
          <a:p>
            <a:pPr marL="0" indent="0">
              <a:buNone/>
            </a:pPr>
            <a:r>
              <a:rPr lang="en-US" sz="2800" dirty="0"/>
              <a:t>        </a:t>
            </a:r>
            <a:r>
              <a:rPr lang="en-US" sz="2800" dirty="0" err="1"/>
              <a:t>System.out.println</a:t>
            </a:r>
            <a:r>
              <a:rPr lang="en-US" sz="2800" dirty="0"/>
              <a:t>("Entry allowed");</a:t>
            </a:r>
          </a:p>
          <a:p>
            <a:pPr marL="0" indent="0">
              <a:buNone/>
            </a:pPr>
            <a:r>
              <a:rPr lang="en-US" sz="2800" dirty="0"/>
              <a:t>    }</a:t>
            </a:r>
          </a:p>
          <a:p>
            <a:pPr marL="0" indent="0">
              <a:buNone/>
            </a:pPr>
            <a:r>
              <a:rPr lang="en-US" sz="2800" dirty="0"/>
              <a:t>}</a:t>
            </a:r>
          </a:p>
          <a:p>
            <a:r>
              <a:rPr lang="en-US" dirty="0"/>
              <a:t>Used in authentication &amp; validation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57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900B-35FC-C0B0-D7D0-BFE8F43D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switch-case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E785C-0A6C-899D-0AD4-DEAE85F256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3030966"/>
          </a:xfrm>
        </p:spPr>
        <p:txBody>
          <a:bodyPr/>
          <a:lstStyle/>
          <a:p>
            <a:r>
              <a:rPr lang="en-US" dirty="0"/>
              <a:t>Used when checking a single variable against multiple values.</a:t>
            </a:r>
          </a:p>
          <a:p>
            <a:r>
              <a:rPr lang="en-US" dirty="0"/>
              <a:t>Syntax: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dirty="0"/>
              <a:t>switch(expression) {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dirty="0"/>
              <a:t>    case value1: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dirty="0"/>
              <a:t>        break;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dirty="0"/>
              <a:t>    case value2: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dirty="0"/>
              <a:t>        break;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dirty="0"/>
              <a:t>    default:</a:t>
            </a:r>
          </a:p>
          <a:p>
            <a:pPr marL="228600" lvl="1" indent="0">
              <a:lnSpc>
                <a:spcPct val="100000"/>
              </a:lnSpc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2D865-2498-5393-0A4B-695F1EC0B7FB}"/>
              </a:ext>
            </a:extLst>
          </p:cNvPr>
          <p:cNvSpPr txBox="1"/>
          <p:nvPr/>
        </p:nvSpPr>
        <p:spPr>
          <a:xfrm>
            <a:off x="7867694" y="2946136"/>
            <a:ext cx="3820399" cy="341632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int day = 2;</a:t>
            </a:r>
          </a:p>
          <a:p>
            <a:endParaRPr lang="en-US" dirty="0"/>
          </a:p>
          <a:p>
            <a:r>
              <a:rPr lang="en-US" dirty="0"/>
              <a:t>switch(day) {</a:t>
            </a:r>
          </a:p>
          <a:p>
            <a:r>
              <a:rPr lang="en-US" dirty="0"/>
              <a:t>    case 1: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("Monday");</a:t>
            </a:r>
          </a:p>
          <a:p>
            <a:r>
              <a:rPr lang="en-US" dirty="0"/>
              <a:t>        break;</a:t>
            </a:r>
          </a:p>
          <a:p>
            <a:r>
              <a:rPr lang="en-US" dirty="0"/>
              <a:t>    case 2: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("Tuesday");</a:t>
            </a:r>
          </a:p>
          <a:p>
            <a:r>
              <a:rPr lang="en-US" dirty="0"/>
              <a:t>        break;</a:t>
            </a:r>
          </a:p>
          <a:p>
            <a:r>
              <a:rPr lang="en-US" dirty="0"/>
              <a:t>    default: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("Invalid");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096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1E3C-4601-73E7-A67C-BDC971197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Fall-Through Concept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1E2989-3BC3-952A-F1DA-753A4794E5A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636545" y="640080"/>
            <a:ext cx="4020652" cy="1841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break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 missing: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Execution continues to next case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Multiple cases execute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9D77D-F41B-9911-2873-8718C8ABEA32}"/>
              </a:ext>
            </a:extLst>
          </p:cNvPr>
          <p:cNvSpPr txBox="1"/>
          <p:nvPr/>
        </p:nvSpPr>
        <p:spPr>
          <a:xfrm>
            <a:off x="4746812" y="2647188"/>
            <a:ext cx="3105466" cy="2585323"/>
          </a:xfrm>
          <a:prstGeom prst="rect">
            <a:avLst/>
          </a:prstGeom>
          <a:gradFill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  <a:effectLst>
            <a:glow rad="178411">
              <a:schemeClr val="accent6">
                <a:lumMod val="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int x = 1;</a:t>
            </a:r>
          </a:p>
          <a:p>
            <a:endParaRPr lang="en-US" dirty="0"/>
          </a:p>
          <a:p>
            <a:r>
              <a:rPr lang="en-US" dirty="0"/>
              <a:t>switch(x) {</a:t>
            </a:r>
          </a:p>
          <a:p>
            <a:r>
              <a:rPr lang="en-US" dirty="0"/>
              <a:t>    case 1: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("One");</a:t>
            </a:r>
          </a:p>
          <a:p>
            <a:r>
              <a:rPr lang="en-US" dirty="0"/>
              <a:t>    case 2:</a:t>
            </a:r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("Two");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54B6B-859E-8517-F4B9-6312F711CFAA}"/>
              </a:ext>
            </a:extLst>
          </p:cNvPr>
          <p:cNvSpPr txBox="1"/>
          <p:nvPr/>
        </p:nvSpPr>
        <p:spPr>
          <a:xfrm>
            <a:off x="8473886" y="2647188"/>
            <a:ext cx="2685543" cy="1754326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glow rad="178411">
              <a:schemeClr val="bg2">
                <a:lumMod val="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  <a:br>
              <a:rPr lang="en-US" dirty="0"/>
            </a:br>
            <a:r>
              <a:rPr lang="en-US" dirty="0"/>
              <a:t>One</a:t>
            </a:r>
            <a:br>
              <a:rPr lang="en-US" dirty="0"/>
            </a:br>
            <a:r>
              <a:rPr lang="en-US" dirty="0"/>
              <a:t>Two</a:t>
            </a:r>
          </a:p>
          <a:p>
            <a:endParaRPr lang="en-US" dirty="0"/>
          </a:p>
          <a:p>
            <a:r>
              <a:rPr lang="en-US" dirty="0"/>
              <a:t>Because break is missing.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47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DFA38-EF49-643B-03CA-889356F0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Switch (Java 14+)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E6AFB-6171-73D0-A27B-F151666C2B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2950284"/>
          </a:xfrm>
        </p:spPr>
        <p:txBody>
          <a:bodyPr/>
          <a:lstStyle/>
          <a:p>
            <a:r>
              <a:rPr lang="en-US" dirty="0"/>
              <a:t>New syntax using arrow (-&gt;).</a:t>
            </a:r>
          </a:p>
          <a:p>
            <a:pPr marL="228600" lvl="1" indent="0">
              <a:buNone/>
            </a:pPr>
            <a:r>
              <a:rPr lang="en-US" dirty="0"/>
              <a:t>int day = 3;</a:t>
            </a:r>
          </a:p>
          <a:p>
            <a:pPr marL="228600" lvl="1" indent="0">
              <a:buNone/>
            </a:pPr>
            <a:endParaRPr lang="en-US" dirty="0"/>
          </a:p>
          <a:p>
            <a:pPr marL="228600" lvl="1" indent="0">
              <a:buNone/>
            </a:pPr>
            <a:r>
              <a:rPr lang="en-US" dirty="0"/>
              <a:t>switch(day) {</a:t>
            </a:r>
          </a:p>
          <a:p>
            <a:pPr marL="228600" lvl="1" indent="0">
              <a:buNone/>
            </a:pPr>
            <a:r>
              <a:rPr lang="en-US" dirty="0"/>
              <a:t>    case 1 -&gt; </a:t>
            </a:r>
            <a:r>
              <a:rPr lang="en-US" dirty="0" err="1"/>
              <a:t>System.out.println</a:t>
            </a:r>
            <a:r>
              <a:rPr lang="en-US" dirty="0"/>
              <a:t>("Monday");</a:t>
            </a:r>
          </a:p>
          <a:p>
            <a:pPr marL="228600" lvl="1" indent="0">
              <a:buNone/>
            </a:pPr>
            <a:r>
              <a:rPr lang="en-US" dirty="0"/>
              <a:t>    case 2 -&gt; </a:t>
            </a:r>
            <a:r>
              <a:rPr lang="en-US" dirty="0" err="1"/>
              <a:t>System.out.println</a:t>
            </a:r>
            <a:r>
              <a:rPr lang="en-US" dirty="0"/>
              <a:t>("Tuesday");</a:t>
            </a:r>
          </a:p>
          <a:p>
            <a:pPr marL="228600" lvl="1" indent="0">
              <a:buNone/>
            </a:pPr>
            <a:r>
              <a:rPr lang="en-US" dirty="0"/>
              <a:t>    default -&gt; </a:t>
            </a:r>
            <a:r>
              <a:rPr lang="en-US" dirty="0" err="1"/>
              <a:t>System.out.println</a:t>
            </a:r>
            <a:r>
              <a:rPr lang="en-US" dirty="0"/>
              <a:t>("Other day");</a:t>
            </a:r>
          </a:p>
          <a:p>
            <a:pPr marL="228600" lvl="1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DF132-8AF8-BAB9-441A-62CB2613F14B}"/>
              </a:ext>
            </a:extLst>
          </p:cNvPr>
          <p:cNvSpPr txBox="1"/>
          <p:nvPr/>
        </p:nvSpPr>
        <p:spPr>
          <a:xfrm>
            <a:off x="9114137" y="4740591"/>
            <a:ext cx="2453023" cy="1477328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lIns="182880" rtlCol="0">
            <a:spAutoFit/>
          </a:bodyPr>
          <a:lstStyle/>
          <a:p>
            <a:r>
              <a:rPr lang="en-US" b="1" dirty="0"/>
              <a:t>Benefits:</a:t>
            </a:r>
          </a:p>
          <a:p>
            <a:r>
              <a:rPr lang="en-US" dirty="0"/>
              <a:t>Cleaner syntax</a:t>
            </a:r>
          </a:p>
          <a:p>
            <a:r>
              <a:rPr lang="en-US" dirty="0"/>
              <a:t>No fall-through</a:t>
            </a:r>
          </a:p>
          <a:p>
            <a:r>
              <a:rPr lang="en-US" dirty="0"/>
              <a:t>No break required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99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2B3D-D3BE-16B7-88B3-AE40CA830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Real-Life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BC7BF-A383-D8A0-B5CF-B005B557E1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4779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Conditional statements are used in:</a:t>
            </a:r>
          </a:p>
          <a:p>
            <a:r>
              <a:rPr lang="en-US" sz="3400" dirty="0"/>
              <a:t>Grading systems</a:t>
            </a:r>
          </a:p>
          <a:p>
            <a:r>
              <a:rPr lang="en-US" sz="3400" dirty="0"/>
              <a:t>Login authentication</a:t>
            </a:r>
          </a:p>
          <a:p>
            <a:r>
              <a:rPr lang="en-US" sz="3400" dirty="0"/>
              <a:t>ATM machines</a:t>
            </a:r>
          </a:p>
          <a:p>
            <a:r>
              <a:rPr lang="en-US" sz="3400" dirty="0"/>
              <a:t>Menu-driven applications</a:t>
            </a:r>
          </a:p>
          <a:p>
            <a:r>
              <a:rPr lang="en-US" sz="3400" dirty="0"/>
              <a:t>Decision-making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6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B2B8-85A2-FFF9-3AE6-65F71DD1D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anchor="t">
            <a:normAutofit/>
          </a:bodyPr>
          <a:lstStyle/>
          <a:p>
            <a:r>
              <a:rPr lang="en-US" dirty="0"/>
              <a:t>Hands 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117D2C-D509-FD13-80C6-E69875F4096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31374322"/>
              </p:ext>
            </p:extLst>
          </p:nvPr>
        </p:nvGraphicFramePr>
        <p:xfrm>
          <a:off x="4892040" y="640081"/>
          <a:ext cx="6675120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1028599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662</Words>
  <Application>Microsoft Macintosh PowerPoint</Application>
  <PresentationFormat>Widescreen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Unicode MS</vt:lpstr>
      <vt:lpstr>Aptos</vt:lpstr>
      <vt:lpstr>Aptos Light</vt:lpstr>
      <vt:lpstr>Arial</vt:lpstr>
      <vt:lpstr>Chroma</vt:lpstr>
      <vt:lpstr>SESSION 4 — Conditional Statements</vt:lpstr>
      <vt:lpstr>Session Objective</vt:lpstr>
      <vt:lpstr>What are Conditional Statements?</vt:lpstr>
      <vt:lpstr>if Statement</vt:lpstr>
      <vt:lpstr>if-else Statement</vt:lpstr>
      <vt:lpstr>ELSE-IF Ladder</vt:lpstr>
      <vt:lpstr>Nested if Statement  </vt:lpstr>
      <vt:lpstr>switch-case Statement</vt:lpstr>
      <vt:lpstr>Fall-Through Concept</vt:lpstr>
      <vt:lpstr>Advanced Switch (Java 14+) </vt:lpstr>
      <vt:lpstr>Real-Life Applications</vt:lpstr>
      <vt:lpstr>Hands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Pravartee Sales Private Limited .</dc:creator>
  <cp:lastModifiedBy>Pravartee Sales Private Limited .</cp:lastModifiedBy>
  <cp:revision>2</cp:revision>
  <dcterms:created xsi:type="dcterms:W3CDTF">2026-02-13T09:01:34Z</dcterms:created>
  <dcterms:modified xsi:type="dcterms:W3CDTF">2026-02-13T09:52:54Z</dcterms:modified>
</cp:coreProperties>
</file>