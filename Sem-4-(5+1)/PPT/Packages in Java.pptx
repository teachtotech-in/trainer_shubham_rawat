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8"/>
  </p:normalViewPr>
  <p:slideViewPr>
    <p:cSldViewPr snapToGrid="0">
      <p:cViewPr varScale="1">
        <p:scale>
          <a:sx n="114" d="100"/>
          <a:sy n="114" d="100"/>
        </p:scale>
        <p:origin x="6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BC35-D6A5-1414-920A-6EE99B6E0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5F603-367B-141A-2480-4C8D0BBFC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6B46A-5E25-E5E2-8DA7-43B91798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9A78B-7C68-F331-22AE-4FAC022B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C3049-0337-976D-EAFA-92D78A3C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4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E826-E994-E286-FB8B-378CD008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40A90-AC51-8059-E1DE-F726A9522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7D161-3F21-31EC-9F2C-B9F139B9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72D8A-1A65-4AE7-BD4D-DF6963873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83C-EAAD-A363-DFE8-3BD59001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5C88-E69B-E0DB-3B41-FEB73A44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6EC10-718F-1D4E-F443-5216A62E9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CD301-9219-B44E-6CEA-B24B5460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7D83E-B7E1-CEE2-2630-FDBA7C14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22D9B-7583-8A87-CBF3-957E837D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25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5DD4-97BF-5389-D999-A742BD24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21297-F01E-21C7-6C43-E15EFB9C1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674EC-9DD7-BA0E-2147-A77B1B50C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D7D66-E22B-DA95-41C8-D7FD8E007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E0F27-66C4-44C7-18F0-2C094D00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6973C-FB7D-60E3-3356-62C4693C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72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3FCD-B3B8-4B5D-B460-0DFABF2A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A1AD-A890-E14B-294F-4C188D0E4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3A51F-0EB1-F119-DC53-FABF28359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DDE59-47BD-D803-8D81-1141749AF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157A83-0DF4-EE93-16C2-955CB5044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34141-07B3-7993-4F9D-E5D68336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28D979-8B9D-C701-8DEE-E7D85A474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240CA-0C1E-42DE-B4E0-A0EE48F5F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76F0-DBB7-6AE8-1E5F-4371269D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EB9A6-E040-9D45-576F-5B01F2FB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9B204-4778-B07D-06B4-0530BFE4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BF953-DEC1-1DAA-A095-2ACBCD1B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4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FD0C3-072C-5E1D-0587-B7AEB6DA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0BF89-34D3-F4AF-8860-4BB3D6A2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6789D-313C-7D8D-CE00-18AB5BB1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2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FC0D-7FF6-7D53-60E5-ED269BFC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B6D81-60E2-360C-5E76-66EBCB992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88EF2-EEFD-F41F-465E-9487E224C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5A428-69C0-50BA-C555-889F6CC2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68E41-E59E-FF8F-AED7-04555E10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76D03-77E1-3BD2-68A4-7C920E41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6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557E-DC93-3006-EC00-065B2642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24BB1-9AB9-F1DA-4089-F7BED5293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0F4BC-92D0-1E44-7FC9-65345553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AAC37-CD4B-9D2D-0F0F-7B1E33C97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D3E0A-26E6-E912-ADEE-45E9778C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833E0-5EF9-041F-3C0F-38E3A771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1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E559-9E14-7DDD-54FA-99820427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9B34E-7C61-6B1F-B6A2-E8EA25DE0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301A-462C-1EB1-2CDB-832CCE74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81275-9C23-E89E-1D70-7CE522DC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F138-C658-55CA-38D0-09ACA5A4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3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327E22-FD8E-2289-A9DE-606E51600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457F6-4182-5AAA-539E-97F5D1EBB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70659-F3BA-0B70-70F3-713E9E10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0FBD-F2CC-AA8C-6625-E00AE371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84281-7BC7-91EB-42DB-F2AF794F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1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B2D6E-EB06-39BE-8DB7-AE181FA69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38954-EF11-6BF4-ECC4-4AA035CA1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D396C-590F-0FAB-200A-5C3B0BC76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FA35A-2A70-A649-8069-CE55DFA6C92F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5257-9B5E-846B-653A-0524C7AF6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AFAA0-3C1D-DD17-2217-0E59FF9C6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D2104-93AF-0B4C-8609-958ECA241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2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5F26-DE59-DBC1-24A8-91EAD032F1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79587-66FC-8CE4-E7BD-C29DA42EF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030A8-2E94-A917-E5A9-AF92D9ADC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" y="0"/>
            <a:ext cx="12175113" cy="686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133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592115-F4F5-DA7A-4E92-956056A27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946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8A4750-0A36-26B1-1965-A67861C14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45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747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868C78-01C6-488D-73A7-226E8D479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292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49A806-77F8-D0E8-D581-DC638A7BC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2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15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57F429-40BA-A0C4-3F2D-1AAE86712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08" r="149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514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6B1B0B-132E-005D-E142-61FBB2031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979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0C3920-C3F1-2866-3160-DD9B4B1A6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530" b="76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372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713735-3330-A104-1BD6-B4BBADB55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29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547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745A47-2A81-D71C-B705-9D8BB2ED1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108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084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B635E-DEB8-B20F-C1D1-6F52FE47B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7691"/>
            <a:ext cx="10672482" cy="676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1284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E2397A-0FB3-6CD3-A821-A72B1B2B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3" y="-7389"/>
            <a:ext cx="10892118" cy="690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08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Pravartee Sales Private Limited .</dc:creator>
  <cp:lastModifiedBy>Pravartee Sales Private Limited .</cp:lastModifiedBy>
  <cp:revision>1</cp:revision>
  <dcterms:created xsi:type="dcterms:W3CDTF">2026-02-25T15:16:56Z</dcterms:created>
  <dcterms:modified xsi:type="dcterms:W3CDTF">2026-02-25T15:29:30Z</dcterms:modified>
</cp:coreProperties>
</file>